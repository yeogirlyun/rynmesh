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30fcf7229a45e6" /><Relationship Type="http://schemas.openxmlformats.org/officeDocument/2006/relationships/extended-properties" Target="/docProps/app.xml" Id="Rd20b34169b574d67" /><Relationship Type="http://schemas.openxmlformats.org/officeDocument/2006/relationships/officeDocument" Target="/ppt/presentation.xml" Id="Rd4000aa80606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8f5df5bd3f4eec"/>
  </p:sldMasterIdLst>
  <p:notesMasterIdLst>
    <p:notesMasterId xmlns:r="http://schemas.openxmlformats.org/officeDocument/2006/relationships" r:id="Rec88dc67ed9f4607"/>
  </p:notesMasterIdLst>
  <p:sldIdLst>
    <p:sldId xmlns:r="http://schemas.openxmlformats.org/officeDocument/2006/relationships" id="256" r:id="Refe70cc684434214"/>
    <p:sldId xmlns:r="http://schemas.openxmlformats.org/officeDocument/2006/relationships" id="257" r:id="R2fe8ebae3134436b"/>
    <p:sldId xmlns:r="http://schemas.openxmlformats.org/officeDocument/2006/relationships" id="258" r:id="Ra88c979fe3894bad"/>
    <p:sldId xmlns:r="http://schemas.openxmlformats.org/officeDocument/2006/relationships" id="259" r:id="R9253012acb1b460d"/>
    <p:sldId xmlns:r="http://schemas.openxmlformats.org/officeDocument/2006/relationships" id="260" r:id="R61047fcbaacf483b"/>
    <p:sldId xmlns:r="http://schemas.openxmlformats.org/officeDocument/2006/relationships" id="261" r:id="R62066aad214646ea"/>
    <p:sldId xmlns:r="http://schemas.openxmlformats.org/officeDocument/2006/relationships" id="262" r:id="R15806aff39744b18"/>
    <p:sldId xmlns:r="http://schemas.openxmlformats.org/officeDocument/2006/relationships" id="263" r:id="Reb63ff227db84f17"/>
    <p:sldId xmlns:r="http://schemas.openxmlformats.org/officeDocument/2006/relationships" id="264" r:id="R6ea9a95033d5416e"/>
    <p:sldId xmlns:r="http://schemas.openxmlformats.org/officeDocument/2006/relationships" id="265" r:id="Rb69e178272484aed"/>
    <p:sldId xmlns:r="http://schemas.openxmlformats.org/officeDocument/2006/relationships" id="266" r:id="Re65538aac04b4805"/>
    <p:sldId xmlns:r="http://schemas.openxmlformats.org/officeDocument/2006/relationships" id="267" r:id="R2f089e6b316c4109"/>
    <p:sldId xmlns:r="http://schemas.openxmlformats.org/officeDocument/2006/relationships" id="268" r:id="Rb4d2e18859594153"/>
    <p:sldId xmlns:r="http://schemas.openxmlformats.org/officeDocument/2006/relationships" id="269" r:id="R34e506719f3a4012"/>
    <p:sldId xmlns:r="http://schemas.openxmlformats.org/officeDocument/2006/relationships" id="270" r:id="Rc06e7d40985341ac"/>
    <p:sldId xmlns:r="http://schemas.openxmlformats.org/officeDocument/2006/relationships" id="271" r:id="Raee96b80e8744b93"/>
    <p:sldId xmlns:r="http://schemas.openxmlformats.org/officeDocument/2006/relationships" id="272" r:id="Rca4e6b272e4e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ab8f0ae3d48b3" /><Relationship Type="http://schemas.openxmlformats.org/officeDocument/2006/relationships/slideMaster" Target="/ppt/slideMasters/slideMaster1.xml" Id="Rf78f5df5bd3f4eec" /><Relationship Type="http://schemas.openxmlformats.org/officeDocument/2006/relationships/notesMaster" Target="/ppt/notesMasters/notesMaster1.xml" Id="Rec88dc67ed9f4607" /><Relationship Type="http://schemas.openxmlformats.org/officeDocument/2006/relationships/presProps" Target="/ppt/presProps.xml" Id="R7f271ac6b52646ba" /><Relationship Type="http://schemas.openxmlformats.org/officeDocument/2006/relationships/tableStyles" Target="/ppt/tableStyles.xml" Id="R31b63d82376e474e" /><Relationship Type="http://schemas.openxmlformats.org/officeDocument/2006/relationships/slide" Target="/ppt/slides/slide1.xml" Id="Refe70cc684434214" /><Relationship Type="http://schemas.openxmlformats.org/officeDocument/2006/relationships/slide" Target="/ppt/slides/slide2.xml" Id="R2fe8ebae3134436b" /><Relationship Type="http://schemas.openxmlformats.org/officeDocument/2006/relationships/slide" Target="/ppt/slides/slide3.xml" Id="Ra88c979fe3894bad" /><Relationship Type="http://schemas.openxmlformats.org/officeDocument/2006/relationships/slide" Target="/ppt/slides/slide4.xml" Id="R9253012acb1b460d" /><Relationship Type="http://schemas.openxmlformats.org/officeDocument/2006/relationships/slide" Target="/ppt/slides/slide5.xml" Id="R61047fcbaacf483b" /><Relationship Type="http://schemas.openxmlformats.org/officeDocument/2006/relationships/slide" Target="/ppt/slides/slide6.xml" Id="R62066aad214646ea" /><Relationship Type="http://schemas.openxmlformats.org/officeDocument/2006/relationships/slide" Target="/ppt/slides/slide7.xml" Id="R15806aff39744b18" /><Relationship Type="http://schemas.openxmlformats.org/officeDocument/2006/relationships/slide" Target="/ppt/slides/slide8.xml" Id="Reb63ff227db84f17" /><Relationship Type="http://schemas.openxmlformats.org/officeDocument/2006/relationships/slide" Target="/ppt/slides/slide9.xml" Id="R6ea9a95033d5416e" /><Relationship Type="http://schemas.openxmlformats.org/officeDocument/2006/relationships/slide" Target="/ppt/slides/slide10.xml" Id="Rb69e178272484aed" /><Relationship Type="http://schemas.openxmlformats.org/officeDocument/2006/relationships/slide" Target="/ppt/slides/slide11.xml" Id="Re65538aac04b4805" /><Relationship Type="http://schemas.openxmlformats.org/officeDocument/2006/relationships/slide" Target="/ppt/slides/slide12.xml" Id="R2f089e6b316c4109" /><Relationship Type="http://schemas.openxmlformats.org/officeDocument/2006/relationships/slide" Target="/ppt/slides/slide13.xml" Id="Rb4d2e18859594153" /><Relationship Type="http://schemas.openxmlformats.org/officeDocument/2006/relationships/slide" Target="/ppt/slides/slide14.xml" Id="R34e506719f3a4012" /><Relationship Type="http://schemas.openxmlformats.org/officeDocument/2006/relationships/slide" Target="/ppt/slides/slide15.xml" Id="Rc06e7d40985341ac" /><Relationship Type="http://schemas.openxmlformats.org/officeDocument/2006/relationships/slide" Target="/ppt/slides/slide16.xml" Id="Raee96b80e8744b93" /><Relationship Type="http://schemas.openxmlformats.org/officeDocument/2006/relationships/slide" Target="/ppt/slides/slide17.xml" Id="Rca4e6b272e4e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92a62e3e81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16570d4e4439b" /><Relationship Type="http://schemas.openxmlformats.org/officeDocument/2006/relationships/notesMaster" Target="/ppt/notesMasters/notesMaster1.xml" Id="R0c9cb211a13842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52c28ce964620" /><Relationship Type="http://schemas.openxmlformats.org/officeDocument/2006/relationships/notesMaster" Target="/ppt/notesMasters/notesMaster1.xml" Id="Rad51bed0fedf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d7415990064465" /><Relationship Type="http://schemas.openxmlformats.org/officeDocument/2006/relationships/notesMaster" Target="/ppt/notesMasters/notesMaster1.xml" Id="R14ce5a581030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1c6e8a89f040ce" /><Relationship Type="http://schemas.openxmlformats.org/officeDocument/2006/relationships/notesMaster" Target="/ppt/notesMasters/notesMaster1.xml" Id="R40702675413045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6ceb741b104908" /><Relationship Type="http://schemas.openxmlformats.org/officeDocument/2006/relationships/notesMaster" Target="/ppt/notesMasters/notesMaster1.xml" Id="R44c996a975b54e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abcd62f4744dde" /><Relationship Type="http://schemas.openxmlformats.org/officeDocument/2006/relationships/notesMaster" Target="/ppt/notesMasters/notesMaster1.xml" Id="R81a08e1d5cb5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8f456acca4fef" /><Relationship Type="http://schemas.openxmlformats.org/officeDocument/2006/relationships/notesMaster" Target="/ppt/notesMasters/notesMaster1.xml" Id="Redf553dbf61943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1d6349b4649ed" /><Relationship Type="http://schemas.openxmlformats.org/officeDocument/2006/relationships/notesMaster" Target="/ppt/notesMasters/notesMaster1.xml" Id="Reccb3c65b37e40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5e793dc05a47ff" /><Relationship Type="http://schemas.openxmlformats.org/officeDocument/2006/relationships/notesMaster" Target="/ppt/notesMasters/notesMaster1.xml" Id="Rec35c2524db6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47e78cd984ac1" /><Relationship Type="http://schemas.openxmlformats.org/officeDocument/2006/relationships/notesMaster" Target="/ppt/notesMasters/notesMaster1.xml" Id="Rba869c36e8b54a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bac842a99d4c75" /><Relationship Type="http://schemas.openxmlformats.org/officeDocument/2006/relationships/notesMaster" Target="/ppt/notesMasters/notesMaster1.xml" Id="R412f78bf3a0746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c15caec4dd4def" /><Relationship Type="http://schemas.openxmlformats.org/officeDocument/2006/relationships/notesMaster" Target="/ppt/notesMasters/notesMaster1.xml" Id="Rbb0fcc47e67944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3f6fe6cdbc4191" /><Relationship Type="http://schemas.openxmlformats.org/officeDocument/2006/relationships/notesMaster" Target="/ppt/notesMasters/notesMaster1.xml" Id="Rbe30cc1906b24d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3e5781ce0e426a" /><Relationship Type="http://schemas.openxmlformats.org/officeDocument/2006/relationships/notesMaster" Target="/ppt/notesMasters/notesMaster1.xml" Id="Ree56d9035a2f4c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ae1a2471f647c9" /><Relationship Type="http://schemas.openxmlformats.org/officeDocument/2006/relationships/notesMaster" Target="/ppt/notesMasters/notesMaster1.xml" Id="R2148a1e9521849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0c2571dba14a2c" /><Relationship Type="http://schemas.openxmlformats.org/officeDocument/2006/relationships/notesMaster" Target="/ppt/notesMasters/notesMaster1.xml" Id="R4c9ce059048345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83dbdefa0d47a1" /><Relationship Type="http://schemas.openxmlformats.org/officeDocument/2006/relationships/notesMaster" Target="/ppt/notesMasters/notesMaster1.xml" Id="R41a22129d8b1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D:/code/rynmesh/docs/PRODUCT_MILESTONES.md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D:/code/rynmesh/docs/RYNMESH_SERVICES.md:7</a:t>
            </a:r>
          </a:p>
          <a:p xmlns:a="http://schemas.openxmlformats.org/drawingml/2006/main">
            <a:r>
              <a:t>- D:/code/rynmesh/docs/RYNMESH_VISION.md:175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D:/code/rynmesh/docs/RYNMESH_VISION.md:103</a:t>
            </a:r>
          </a:p>
          <a:p xmlns:a="http://schemas.openxmlformats.org/drawingml/2006/main">
            <a:r>
              <a:t>- D:/code/rynmesh/docs/PRODUCT_MILESTONES.md:109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D:/code/rynmesh/docs/RYNMESH_VISION.md:175</a:t>
            </a:r>
          </a:p>
          <a:p xmlns:a="http://schemas.openxmlformats.org/drawingml/2006/main">
            <a:r>
              <a:t>- D:/code/rynmesh/docs/RYNMESH_SERVICES.md:70</a:t>
            </a:r>
          </a:p>
          <a:p xmlns:a="http://schemas.openxmlformats.org/drawingml/2006/main">
            <a:r>
              <a:t>- D:/code/rynmesh/rynmesh/jobs.py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documentation and planning discussion; no external 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D:/code/rynmesh/CONTRIBUTING.md:107</a:t>
            </a:r>
          </a:p>
          <a:p xmlns:a="http://schemas.openxmlformats.org/drawingml/2006/main">
            <a:r>
              <a:t>- D:/code/rynmesh/CONTRIBUTING.md:155</a:t>
            </a:r>
          </a:p>
          <a:p xmlns:a="http://schemas.openxmlformats.org/drawingml/2006/main">
            <a:r>
              <a:t>- D:/code/rynmesh/docs/RYNMESH_SERVICES.md:49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D:/code/rynmesh/docs/RYNMESH_SERVICES.md:129</a:t>
            </a:r>
          </a:p>
          <a:p xmlns:a="http://schemas.openxmlformats.org/drawingml/2006/main">
            <a:r>
              <a:t>- D:/code/rynmesh/rynmesh/jobs.py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documentation and planning discussion; no external sources.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D:/code/rynmesh/docs/RYNMESH_SERVICES.md:53</a:t>
            </a:r>
          </a:p>
          <a:p xmlns:a="http://schemas.openxmlformats.org/drawingml/2006/main">
            <a:r>
              <a:t>- D:/code/rynmesh/docs/RYNMESH_SERVICES.md:114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D:/code/rynmesh/docs/RYNMESH_SERVICES.md:154</a:t>
            </a:r>
          </a:p>
          <a:p xmlns:a="http://schemas.openxmlformats.org/drawingml/2006/main">
            <a:r>
              <a:t>- D:/code/rynmesh/SECURITY.md:19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D:/code/rynmesh/docs/PRODUCT_MILESTONES.md:109</a:t>
            </a:r>
          </a:p>
          <a:p xmlns:a="http://schemas.openxmlformats.org/drawingml/2006/main">
            <a:r>
              <a:t>- D:/code/rynmesh/docs/PRODUCT_MILESTONES.md:142</a:t>
            </a:r>
          </a:p>
          <a:p xmlns:a="http://schemas.openxmlformats.org/drawingml/2006/main">
            <a:r>
              <a:t>- D:/code/rynmesh/docs/RYNMESH_VISION.md:203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D:/code/rynmesh/docs/RYNMESH_SERVICES.md:18</a:t>
            </a:r>
          </a:p>
          <a:p xmlns:a="http://schemas.openxmlformats.org/drawingml/2006/main">
            <a:r>
              <a:t>- D:/code/rynmesh/docs/REQUIREMENTS.md:37</a:t>
            </a:r>
          </a:p>
          <a:p xmlns:a="http://schemas.openxmlformats.org/drawingml/2006/main">
            <a:r>
              <a:t>- D:/code/rynmesh/docs/ARCHITECTURE.md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D:/code/rynmesh/rynmesh/signal50_service.py</a:t>
            </a:r>
          </a:p>
          <a:p xmlns:a="http://schemas.openxmlformats.org/drawingml/2006/main">
            <a:r>
              <a:t>- D:/code/rynmesh/rynmesh/services/net_egress.py</a:t>
            </a:r>
          </a:p>
          <a:p xmlns:a="http://schemas.openxmlformats.org/drawingml/2006/main">
            <a:r>
              <a:t>- D:/code/rynmesh/rynmesh/services/llm.py</a:t>
            </a:r>
          </a:p>
          <a:p xmlns:a="http://schemas.openxmlformats.org/drawingml/2006/main">
            <a:r>
              <a:t>- D:/code/rynmesh/rynmesh/services/image.py</a:t>
            </a:r>
          </a:p>
          <a:p xmlns:a="http://schemas.openxmlformats.org/drawingml/2006/main">
            <a:r>
              <a:t>- D:/code/rynmesh/rynmesh/services/embeddings.py</a:t>
            </a:r>
          </a:p>
          <a:p xmlns:a="http://schemas.openxmlformats.org/drawingml/2006/main">
            <a:r>
              <a:t>- https://registry.rynmesh.ai/health</a:t>
            </a:r>
          </a:p>
          <a:p xmlns:a="http://schemas.openxmlformats.org/drawingml/2006/main">
            <a:r>
              <a:t>- https://registry.rynmesh.ai/api/v1/jobs/capacity?network_id=rynmesh-main&amp;max_age_hours=24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D:/code/rynmesh/docs/RYNMESH_SERVICES.md:219</a:t>
            </a:r>
          </a:p>
          <a:p xmlns:a="http://schemas.openxmlformats.org/drawingml/2006/main">
            <a:r>
              <a:t>- D:/code/rynmesh/docs/PRODUCT_MILESTONES.md:109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D:/code/rynmesh/docs/RYNMESH_SERVICES.md:219</a:t>
            </a:r>
          </a:p>
          <a:p xmlns:a="http://schemas.openxmlformats.org/drawingml/2006/main">
            <a:r>
              <a:t>- Recommendation developed from the repository's existing Page Watcher, relay, peer, media, and service primitives.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D:/code/rynmesh/docs/PRODUCT_MILESTONES.md:109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D:/code/rynmesh/docs/RYNMESH_SERVICES.md:242</a:t>
            </a:r>
          </a:p>
          <a:p xmlns:a="http://schemas.openxmlformats.org/drawingml/2006/main">
            <a:r>
              <a:t>- D:/code/rynmesh/docs/PRODUCT_MILESTONES.md:109</a:t>
            </a:r>
          </a:p>
          <a:p xmlns:a="http://schemas.openxmlformats.org/drawingml/2006/main">
            <a:r>
              <a:t>- D:/code/rynmesh/docs/RYNMESH_VISION.md:565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1bfb8a25548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9696f80c544cc" /><Relationship Type="http://schemas.openxmlformats.org/officeDocument/2006/relationships/slideLayout" Target="/ppt/slideLayouts/slideLayout1.xml" Id="R33c43bb00a10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43bb00a10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e7cce98b14392" /><Relationship Type="http://schemas.openxmlformats.org/officeDocument/2006/relationships/notesSlide" Target="/ppt/notesSlides/notesSlide1.xml" Id="R75957cb33aea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10c1e998e449e" /><Relationship Type="http://schemas.openxmlformats.org/officeDocument/2006/relationships/notesSlide" Target="/ppt/notesSlides/notesSlide2.xml" Id="Rffe7f27d072b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bd5326f7430a" /><Relationship Type="http://schemas.openxmlformats.org/officeDocument/2006/relationships/notesSlide" Target="/ppt/notesSlides/notesSlide3.xml" Id="Rccb5403bf1a1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9ef0b02f844c3" /><Relationship Type="http://schemas.openxmlformats.org/officeDocument/2006/relationships/notesSlide" Target="/ppt/notesSlides/notesSlide4.xml" Id="Rd5e5367a216049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a2887e3644f3f" /><Relationship Type="http://schemas.openxmlformats.org/officeDocument/2006/relationships/notesSlide" Target="/ppt/notesSlides/notesSlide5.xml" Id="R03f047ef3539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040a6a9064389" /><Relationship Type="http://schemas.openxmlformats.org/officeDocument/2006/relationships/notesSlide" Target="/ppt/notesSlides/notesSlide6.xml" Id="Rf7ad6f802ff240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ad53e7c543d0" /><Relationship Type="http://schemas.openxmlformats.org/officeDocument/2006/relationships/notesSlide" Target="/ppt/notesSlides/notesSlide7.xml" Id="R0e16e136f12449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189b8ac8146ba" /><Relationship Type="http://schemas.openxmlformats.org/officeDocument/2006/relationships/notesSlide" Target="/ppt/notesSlides/notesSlide8.xml" Id="R4b0f72f7c5064f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c9e147fc4172" /><Relationship Type="http://schemas.openxmlformats.org/officeDocument/2006/relationships/notesSlide" Target="/ppt/notesSlides/notesSlide9.xml" Id="Raec34893b6514f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bdc8f40974677" /><Relationship Type="http://schemas.openxmlformats.org/officeDocument/2006/relationships/notesSlide" Target="/ppt/notesSlides/notesSlide10.xml" Id="R734bb3b065e8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3391f3c3d43aa" /><Relationship Type="http://schemas.openxmlformats.org/officeDocument/2006/relationships/notesSlide" Target="/ppt/notesSlides/notesSlide11.xml" Id="R415df2ebed384c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03b5a8ed9463e" /><Relationship Type="http://schemas.openxmlformats.org/officeDocument/2006/relationships/notesSlide" Target="/ppt/notesSlides/notesSlide12.xml" Id="R16be9738b6b94c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16a2b04f0412e" /><Relationship Type="http://schemas.openxmlformats.org/officeDocument/2006/relationships/notesSlide" Target="/ppt/notesSlides/notesSlide13.xml" Id="Rdfd0bef5eaf749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19822f01b4f4d" /><Relationship Type="http://schemas.openxmlformats.org/officeDocument/2006/relationships/notesSlide" Target="/ppt/notesSlides/notesSlide14.xml" Id="R43b001038bd044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c178b1e644dd6" /><Relationship Type="http://schemas.openxmlformats.org/officeDocument/2006/relationships/notesSlide" Target="/ppt/notesSlides/notesSlide15.xml" Id="R97b631bd920545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bcd20d78d42b4" /><Relationship Type="http://schemas.openxmlformats.org/officeDocument/2006/relationships/notesSlide" Target="/ppt/notesSlides/notesSlide16.xml" Id="R357b4d9e054141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06aec496940c1" /><Relationship Type="http://schemas.openxmlformats.org/officeDocument/2006/relationships/notesSlide" Target="/ppt/notesSlides/notesSlide17.xml" Id="R74c42b538fb0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FEF75-E2CC-4509-A7E4-548FE07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RYNMESH · PROJECT PLAN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4C52B96A-D7DE-490E-AAB1-83C4584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与服务网络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76D2-7340-44B7-9F7B-22654F3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节点、官方、用户、服务包与结算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87F4-1B11-41F1-910E-82C0986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当前状态 · 服务计划 · 下一步路线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144C4-2025-4CAC-AEB4-A96FB40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18FE-A325-49FF-B6E6-8276336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BD60-8F3B-471B-84E0-B5FE49FF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6C277-3448-48F1-B831-337758C8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619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85F1-A56C-4A32-A4BC-9297DFB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9F840-4E54-4F3C-B543-236EF48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4DE92-2DE0-4732-9094-F0D016C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5448B-235C-4961-B56B-619DE490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572952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81B61A-C6E1-4845-AA56-2372583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一句话：把分散设备变成可交付的服务网络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83CBA-F5A1-4363-B365-9A5E66F0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9BBA1-EF26-44AE-8E1D-937E1EC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用户不需要懂 GPU、容器或节点。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只要提出结果，Rynmesh 负责匹配和交付。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42BED-E4B7-4F3F-8170-16B97EB5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节点贡献闲置的算力、存储、带宽和网络位置；服务按可验证结果结算。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00F19-14F8-4A72-956C-6B89C4D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B9EEE-9471-4788-A818-56CF831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4FA0A-19D8-4D6D-8331-669A368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监控与检测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A2844-4C28-4982-9F79-21E79409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FCB7F-601A-486E-9100-35F8C985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146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抓取与中转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DBE9-4391-478E-9AEB-8AA8B63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E4CBC-4561-40FD-9F61-FDCB474B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242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与媒体任务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2629B-150B-4DC3-A434-678EAA6D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8F83-862B-4A73-8A52-35E2373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加密存储与备份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9A831-CC31-4AAF-AD6D-AFF8B5E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价值不是“在线多少小时”，而是“完成了什么”。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1A7D8-0E66-4C56-968E-57ECEDD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17151-9F94-4151-B3D8-7B76112E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9548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4D7795-DBAB-408E-AC4D-5C52C1E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五个角色，共同完成一次服务交付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F4F0-929A-4CC7-AD48-DB751AC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官方制定标准；节点提供资源；用户购买结果；网络负责协调。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B1889-D883-4C61-A056-9098430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56DC8-280C-4631-A226-5E8C700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F7AD5-AAF0-4F9D-A422-9256BDF5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32CBD-CE45-4E59-9503-F8569C0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94EC-7038-45A3-B6AA-3773465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7AF8B-2DDC-498A-9F01-08C440FB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FB851-FB0A-453F-8BDD-39386F3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23250-8C2A-44A2-96E7-B6453F81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C44B2-481F-404E-88EA-9B1D46D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Rynmesh 网络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07EFA-0F0B-4FBA-A683-5D82F0D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 · 调度 · 中转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 · 信誉 · 结算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31135-5106-406F-AA78-DE20D35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8E381-42F4-441F-97FE-B3D432B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官方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3AD56-E987-4A8D-A78B-55CCC88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标准、审核、签名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官方节点兜底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D9579-2AC6-4195-A8EA-1EFBF2A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0FA2-F87E-42A9-BC0B-287914B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服务开发者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AD954-0F99-497E-A781-CF5A915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19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开发服务包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提交审核与更新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0675F-39FF-44C7-852A-840387A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76C42-C88C-48F8-A63C-CBE7ABFF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节点提供者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34A8F-9EB5-48E3-B44A-173F1EF2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授权设备资源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发布服务报价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7C8B2-8678-4B31-87F2-04B395E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B11F5-6B57-48B5-99CA-DFD937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服务用户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A48BC-3ED0-47CD-BD13-DF5C45B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选择服务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下单、验收结果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DFBD0-7946-44B0-AD04-62C918C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BFFBB-F119-4BFF-A433-03DA56B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7694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2E7930-4B06-4CFE-9A48-84BAB92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服务包、服务报价、工作订单是三件不同的事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ABCF7-E09C-4528-A048-A00D234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AB18-193E-4B43-9839-6A3DA880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BC758-59C2-4824-86A3-3EF6EC59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917B-1418-4C6F-ABBD-9088886D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7356-A0EC-4AB2-B73D-F56D18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0ECE-5512-4FF9-9EEC-74E38A7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7C74F-F0AF-44B3-AF4A-6AB34E5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ServicePackage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777B8-2422-49A3-9A14-F24F7353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代码 + 运行环境 + 权限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由官方或开发者制作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164DC-9481-43A3-9FCC-EFCA239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E076-8DE9-40E3-A6CB-9292C200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42475-3D85-4325-B69C-D54900A4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服务报价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5544B-7402-486F-B7D7-B6938C0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ServiceOffer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2C79A-6C49-4734-AEF2-C8DBD96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 + 设备 + 价格 + 时间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由节点用户签名发布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C3E0-4993-4C9C-A0EC-D7B1DB7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B324F-ABA2-4868-98AD-9404098F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A846E-FDC5-4C31-A3E3-40078C0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工作订单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E0CDC-9998-49C6-8AAD-D8AE08A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WorkOrder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8DF97-EF2D-44FA-9E7D-A27E2BB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一次任务 + 输入 + 预算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由服务用户提交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33E94-D182-4F0D-9015-8F9A126E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网络发布的是“我能提供什么”，用户购买的是“一次执行结果”。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202E0-1EE4-4359-95BB-B0D9962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96713-AE12-4A59-A1C2-5947964F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4792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B642C-186F-41BB-ACFD-5112F36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前端可以有很多服务，底层只维护六个官方服务包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EE5B-0173-4153-A615-9D8BEC0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12F3-81D8-4CA9-9C4C-D2A64E5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3B16-C290-413A-B0F4-DCE89AD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Browser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9B09-96FE-4D32-A3FD-229DE25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1C1C-409A-43D3-9B91-DA0C5C6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网页监控 · 截图/PDF · 多地区检测 · 内容采集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ABF3-BD5F-47FD-8FE1-9EC829B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8A3D-2B09-4F8B-859A-1044495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6FD4A-DA31-435D-A5F2-1248598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Media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7E134-9087-4FE4-9D4F-3675EB3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AB824-9883-4C65-AFF7-CA2299D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· 压缩 · 字幕 · 缩略图 · 音频提取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94B6-1DDE-424A-8859-12508FF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238DA-C15C-49DE-9371-40DF6DE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29285-6E8C-4439-BC24-E50C683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Storage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90141-C78B-42CD-9C86-AF560BF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8A2A0-6906-4163-80C4-4F0CA51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文件快传 · 临时存储 · 加密备份 · 任务结果中转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427B3-23DB-4E4A-89B7-8F91837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BA359-8352-49AB-84FA-DDEDC12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7A936-DD5A-4AEF-A17D-AE245DC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GPU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845E3-ACC4-42A1-8C04-42B0E689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422A-4D57-4642-919F-1523E7E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视频生成 · 图片增强 · 视频增强 · Blender渲染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8C3A-0BC4-4EDC-BBD9-1B3C42E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D3DB2-8671-4679-8B90-2F956BF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758CC-B792-4450-9357-8577666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Network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EBC81-E0EF-44D2-8FE0-2224274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82C46-83DA-4FBE-9C12-C01D4F8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· 文件代取 · 地区探测 · 网络测量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41901-B1CA-4A90-871C-DA57ECA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51D90-B3F5-4A12-B6F2-D0F803E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90CE5-0D11-43E4-8737-62B55A4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/ Data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ED7AE-F189-45E6-9BB6-7DC48BB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FE451-564C-4A03-919B-F07ADCD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 · Embedding · OCR · 数据批处理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58D0D-6976-48F9-848A-660A7D2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BDDF9-5EFD-4CFD-BDF3-A84C0DC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服务包负责安全边界；一个包可以公开多个固定 Capability。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0B589-842A-453B-882C-EE3E53F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5250C-D075-48B1-A8F9-3FA7D1B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flowchart-white-canvas">
            <a:extLst xmlns:a="http://schemas.openxmlformats.org/drawingml/2006/main">
              <a:ext uri="{FF2B5EF4-FFF2-40B4-BE49-F238E27FC236}">
                <a16:creationId xmlns:a16="http://schemas.microsoft.com/office/drawing/2014/main" id="{EEF9D12F-2551-4C18-A2DC-622F189D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A93A71-D011-49BD-93E3-EAB491E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完整业务流程：从服务包开发到节点结算</a:t>
            </a:r>
          </a:p>
        </p:txBody>
      </p:sp>
      <p:sp>
        <p:nvSpPr>
          <p:cNvPr id="3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F70365-DCED-451C-B680-99135ECF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四个角色、六个阶段，一张图看懂项目如何形成交易闭环</a:t>
            </a:r>
          </a:p>
        </p:txBody>
      </p:sp>
      <p:sp>
        <p:nvSpPr>
          <p:cNvPr id="40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A5A053-AABD-41A5-BD6C-5A93D42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</p:sp>
      <p:sp>
        <p:nvSpPr>
          <p:cNvPr id="41" name="stage-1">
            <a:extLst xmlns:a="http://schemas.openxmlformats.org/drawingml/2006/main">
              <a:ext uri="{FF2B5EF4-FFF2-40B4-BE49-F238E27FC236}">
                <a16:creationId xmlns:a16="http://schemas.microsoft.com/office/drawing/2014/main" id="{34D19238-2C96-42AB-B82C-D9B95CF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服务准备</a:t>
            </a:r>
          </a:p>
        </p:txBody>
      </p:sp>
      <p:sp>
        <p:nvSpPr>
          <p:cNvPr id="42" name="stage-2">
            <a:extLst xmlns:a="http://schemas.openxmlformats.org/drawingml/2006/main">
              <a:ext uri="{FF2B5EF4-FFF2-40B4-BE49-F238E27FC236}">
                <a16:creationId xmlns:a16="http://schemas.microsoft.com/office/drawing/2014/main" id="{B0F45759-E890-46E2-8986-AB09638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上线发现</a:t>
            </a:r>
          </a:p>
        </p:txBody>
      </p:sp>
      <p:sp>
        <p:nvSpPr>
          <p:cNvPr id="43" name="stage-3">
            <a:extLst xmlns:a="http://schemas.openxmlformats.org/drawingml/2006/main">
              <a:ext uri="{FF2B5EF4-FFF2-40B4-BE49-F238E27FC236}">
                <a16:creationId xmlns:a16="http://schemas.microsoft.com/office/drawing/2014/main" id="{2C8B7CBB-2CB3-42D9-B14C-0423D7FD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下单匹配</a:t>
            </a:r>
          </a:p>
        </p:txBody>
      </p:sp>
      <p:sp>
        <p:nvSpPr>
          <p:cNvPr id="44" name="stage-4">
            <a:extLst xmlns:a="http://schemas.openxmlformats.org/drawingml/2006/main">
              <a:ext uri="{FF2B5EF4-FFF2-40B4-BE49-F238E27FC236}">
                <a16:creationId xmlns:a16="http://schemas.microsoft.com/office/drawing/2014/main" id="{E4FED03D-CFA5-434E-9269-61718526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执行交付</a:t>
            </a:r>
          </a:p>
        </p:txBody>
      </p:sp>
      <p:sp>
        <p:nvSpPr>
          <p:cNvPr id="45" name="stage-5">
            <a:extLst xmlns:a="http://schemas.openxmlformats.org/drawingml/2006/main">
              <a:ext uri="{FF2B5EF4-FFF2-40B4-BE49-F238E27FC236}">
                <a16:creationId xmlns:a16="http://schemas.microsoft.com/office/drawing/2014/main" id="{0366C54C-3626-44BD-9832-6BF78242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验收清理</a:t>
            </a:r>
          </a:p>
        </p:txBody>
      </p:sp>
      <p:sp>
        <p:nvSpPr>
          <p:cNvPr id="46" name="stage-6">
            <a:extLst xmlns:a="http://schemas.openxmlformats.org/drawingml/2006/main">
              <a:ext uri="{FF2B5EF4-FFF2-40B4-BE49-F238E27FC236}">
                <a16:creationId xmlns:a16="http://schemas.microsoft.com/office/drawing/2014/main" id="{8EE38CC1-E612-4FC3-BCC7-7B50F6F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 结算信誉</a:t>
            </a:r>
          </a:p>
        </p:txBody>
      </p:sp>
      <p:sp>
        <p:nvSpPr>
          <p:cNvPr id="47" name="lane-bg-1">
            <a:extLst xmlns:a="http://schemas.openxmlformats.org/drawingml/2006/main">
              <a:ext uri="{FF2B5EF4-FFF2-40B4-BE49-F238E27FC236}">
                <a16:creationId xmlns:a16="http://schemas.microsoft.com/office/drawing/2014/main" id="{35EF616A-06DF-45DB-BA47-B3F9174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ne-label-1">
            <a:extLst xmlns:a="http://schemas.openxmlformats.org/drawingml/2006/main">
              <a:ext uri="{FF2B5EF4-FFF2-40B4-BE49-F238E27FC236}">
                <a16:creationId xmlns:a16="http://schemas.microsoft.com/office/drawing/2014/main" id="{7BD5DEAC-64BE-4D4C-AF91-9563E41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192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官方 / 开发者</a:t>
            </a:r>
          </a:p>
        </p:txBody>
      </p:sp>
      <p:sp>
        <p:nvSpPr>
          <p:cNvPr id="49" name="lane-1-step-1">
            <a:extLst xmlns:a="http://schemas.openxmlformats.org/drawingml/2006/main">
              <a:ext uri="{FF2B5EF4-FFF2-40B4-BE49-F238E27FC236}">
                <a16:creationId xmlns:a16="http://schemas.microsoft.com/office/drawing/2014/main" id="{3BEC1605-8A56-43E6-84A4-4A0966C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开发服务包</a:t>
            </a:r>
          </a:p>
        </p:txBody>
      </p:sp>
      <p:sp>
        <p:nvSpPr>
          <p:cNvPr id="50" name="lane-1-step-2">
            <a:extLst xmlns:a="http://schemas.openxmlformats.org/drawingml/2006/main">
              <a:ext uri="{FF2B5EF4-FFF2-40B4-BE49-F238E27FC236}">
                <a16:creationId xmlns:a16="http://schemas.microsoft.com/office/drawing/2014/main" id="{D5BF1536-BE9D-4E10-A9A1-C4E94EA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审核 / 签名</a:t>
            </a:r>
          </a:p>
        </p:txBody>
      </p:sp>
      <p:sp>
        <p:nvSpPr>
          <p:cNvPr id="51" name="lane-1-step-3">
            <a:extLst xmlns:a="http://schemas.openxmlformats.org/drawingml/2006/main">
              <a:ext uri="{FF2B5EF4-FFF2-40B4-BE49-F238E27FC236}">
                <a16:creationId xmlns:a16="http://schemas.microsoft.com/office/drawing/2014/main" id="{9F72AE36-C504-4AF9-B922-2435A31F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发布服务目录</a:t>
            </a:r>
          </a:p>
        </p:txBody>
      </p:sp>
      <p:sp>
        <p:nvSpPr>
          <p:cNvPr id="52" name="lane-1-step-4">
            <a:extLst xmlns:a="http://schemas.openxmlformats.org/drawingml/2006/main">
              <a:ext uri="{FF2B5EF4-FFF2-40B4-BE49-F238E27FC236}">
                <a16:creationId xmlns:a16="http://schemas.microsoft.com/office/drawing/2014/main" id="{1DF66D20-428A-4386-8031-FFD863A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提供协议规则</a:t>
            </a:r>
          </a:p>
        </p:txBody>
      </p:sp>
      <p:sp>
        <p:nvSpPr>
          <p:cNvPr id="53" name="lane-1-step-5">
            <a:extLst xmlns:a="http://schemas.openxmlformats.org/drawingml/2006/main">
              <a:ext uri="{FF2B5EF4-FFF2-40B4-BE49-F238E27FC236}">
                <a16:creationId xmlns:a16="http://schemas.microsoft.com/office/drawing/2014/main" id="{05E73849-6973-4268-83E5-3BF26649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处理申诉</a:t>
            </a:r>
          </a:p>
        </p:txBody>
      </p:sp>
      <p:sp>
        <p:nvSpPr>
          <p:cNvPr id="54" name="lane-1-step-6">
            <a:extLst xmlns:a="http://schemas.openxmlformats.org/drawingml/2006/main">
              <a:ext uri="{FF2B5EF4-FFF2-40B4-BE49-F238E27FC236}">
                <a16:creationId xmlns:a16="http://schemas.microsoft.com/office/drawing/2014/main" id="{A08118A6-E5C7-498C-AC08-2CFA7C8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维护治理</a:t>
            </a:r>
          </a:p>
        </p:txBody>
      </p:sp>
      <p:sp>
        <p:nvSpPr>
          <p:cNvPr id="55" name="lane-bg-2">
            <a:extLst xmlns:a="http://schemas.openxmlformats.org/drawingml/2006/main">
              <a:ext uri="{FF2B5EF4-FFF2-40B4-BE49-F238E27FC236}">
                <a16:creationId xmlns:a16="http://schemas.microsoft.com/office/drawing/2014/main" id="{BC094CF1-5CE5-4C9B-8136-99A2BA7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lane-label-2">
            <a:extLst xmlns:a="http://schemas.openxmlformats.org/drawingml/2006/main">
              <a:ext uri="{FF2B5EF4-FFF2-40B4-BE49-F238E27FC236}">
                <a16:creationId xmlns:a16="http://schemas.microsoft.com/office/drawing/2014/main" id="{6FF489E3-5286-4D39-ABBC-76232EFD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050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Rynmesh 网络</a:t>
            </a:r>
          </a:p>
        </p:txBody>
      </p:sp>
      <p:sp>
        <p:nvSpPr>
          <p:cNvPr id="57" name="lane-2-step-1">
            <a:extLst xmlns:a="http://schemas.openxmlformats.org/drawingml/2006/main">
              <a:ext uri="{FF2B5EF4-FFF2-40B4-BE49-F238E27FC236}">
                <a16:creationId xmlns:a16="http://schemas.microsoft.com/office/drawing/2014/main" id="{03CEB1D7-22D2-424A-AEAB-664EA432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登记包索引</a:t>
            </a:r>
          </a:p>
        </p:txBody>
      </p:sp>
      <p:sp>
        <p:nvSpPr>
          <p:cNvPr id="58" name="lane-2-step-2">
            <a:extLst xmlns:a="http://schemas.openxmlformats.org/drawingml/2006/main">
              <a:ext uri="{FF2B5EF4-FFF2-40B4-BE49-F238E27FC236}">
                <a16:creationId xmlns:a16="http://schemas.microsoft.com/office/drawing/2014/main" id="{9B9FB766-4653-454D-BA01-482CB45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服务发现</a:t>
            </a:r>
          </a:p>
        </p:txBody>
      </p:sp>
      <p:sp>
        <p:nvSpPr>
          <p:cNvPr id="59" name="lane-2-step-3">
            <a:extLst xmlns:a="http://schemas.openxmlformats.org/drawingml/2006/main">
              <a:ext uri="{FF2B5EF4-FFF2-40B4-BE49-F238E27FC236}">
                <a16:creationId xmlns:a16="http://schemas.microsoft.com/office/drawing/2014/main" id="{6692D20B-5E02-49BD-94AB-91832BC4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锁单 / 租约</a:t>
            </a:r>
          </a:p>
        </p:txBody>
      </p:sp>
      <p:sp>
        <p:nvSpPr>
          <p:cNvPr id="60" name="lane-2-step-4">
            <a:extLst xmlns:a="http://schemas.openxmlformats.org/drawingml/2006/main">
              <a:ext uri="{FF2B5EF4-FFF2-40B4-BE49-F238E27FC236}">
                <a16:creationId xmlns:a16="http://schemas.microsoft.com/office/drawing/2014/main" id="{F19A9CFE-95C8-487B-8ED4-D569040E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密文中转</a:t>
            </a:r>
          </a:p>
        </p:txBody>
      </p:sp>
      <p:sp>
        <p:nvSpPr>
          <p:cNvPr id="61" name="lane-2-step-5">
            <a:extLst xmlns:a="http://schemas.openxmlformats.org/drawingml/2006/main">
              <a:ext uri="{FF2B5EF4-FFF2-40B4-BE49-F238E27FC236}">
                <a16:creationId xmlns:a16="http://schemas.microsoft.com/office/drawing/2014/main" id="{2CB5D2AC-5936-4DCA-AE6F-E503138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验收记录</a:t>
            </a:r>
          </a:p>
        </p:txBody>
      </p:sp>
      <p:sp>
        <p:nvSpPr>
          <p:cNvPr id="62" name="lane-2-step-6">
            <a:extLst xmlns:a="http://schemas.openxmlformats.org/drawingml/2006/main">
              <a:ext uri="{FF2B5EF4-FFF2-40B4-BE49-F238E27FC236}">
                <a16:creationId xmlns:a16="http://schemas.microsoft.com/office/drawing/2014/main" id="{E606FCD5-6677-4567-8A30-D45458E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 账本</a:t>
            </a:r>
          </a:p>
        </p:txBody>
      </p:sp>
      <p:sp>
        <p:nvSpPr>
          <p:cNvPr id="63" name="lane-bg-3">
            <a:extLst xmlns:a="http://schemas.openxmlformats.org/drawingml/2006/main">
              <a:ext uri="{FF2B5EF4-FFF2-40B4-BE49-F238E27FC236}">
                <a16:creationId xmlns:a16="http://schemas.microsoft.com/office/drawing/2014/main" id="{522B305C-A202-4CD2-A2E4-A3551F5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lane-label-3">
            <a:extLst xmlns:a="http://schemas.openxmlformats.org/drawingml/2006/main">
              <a:ext uri="{FF2B5EF4-FFF2-40B4-BE49-F238E27FC236}">
                <a16:creationId xmlns:a16="http://schemas.microsoft.com/office/drawing/2014/main" id="{02E18BD0-A075-4DB5-AE89-A080051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908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rPr>
              <a:t>节点提供者</a:t>
            </a:r>
          </a:p>
        </p:txBody>
      </p:sp>
      <p:sp>
        <p:nvSpPr>
          <p:cNvPr id="65" name="lane-3-step-1">
            <a:extLst xmlns:a="http://schemas.openxmlformats.org/drawingml/2006/main">
              <a:ext uri="{FF2B5EF4-FFF2-40B4-BE49-F238E27FC236}">
                <a16:creationId xmlns:a16="http://schemas.microsoft.com/office/drawing/2014/main" id="{CA9635A9-39B3-4BF4-871D-822F043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安装服务包</a:t>
            </a:r>
          </a:p>
        </p:txBody>
      </p:sp>
      <p:sp>
        <p:nvSpPr>
          <p:cNvPr id="66" name="lane-3-step-2">
            <a:extLst xmlns:a="http://schemas.openxmlformats.org/drawingml/2006/main">
              <a:ext uri="{FF2B5EF4-FFF2-40B4-BE49-F238E27FC236}">
                <a16:creationId xmlns:a16="http://schemas.microsoft.com/office/drawing/2014/main" id="{64A45D7F-62AD-498A-88BB-961DDD4F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授权资源 / 报价</a:t>
            </a:r>
          </a:p>
        </p:txBody>
      </p:sp>
      <p:sp>
        <p:nvSpPr>
          <p:cNvPr id="67" name="lane-3-step-3">
            <a:extLst xmlns:a="http://schemas.openxmlformats.org/drawingml/2006/main">
              <a:ext uri="{FF2B5EF4-FFF2-40B4-BE49-F238E27FC236}">
                <a16:creationId xmlns:a16="http://schemas.microsoft.com/office/drawing/2014/main" id="{53EB24BE-B730-4445-8333-5D0EC49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领取订单</a:t>
            </a:r>
          </a:p>
        </p:txBody>
      </p:sp>
      <p:sp>
        <p:nvSpPr>
          <p:cNvPr id="68" name="lane-3-step-4">
            <a:extLst xmlns:a="http://schemas.openxmlformats.org/drawingml/2006/main">
              <a:ext uri="{FF2B5EF4-FFF2-40B4-BE49-F238E27FC236}">
                <a16:creationId xmlns:a16="http://schemas.microsoft.com/office/drawing/2014/main" id="{A41DE73B-8B60-4263-8260-52F1695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</p:txBody>
      </p:sp>
      <p:sp>
        <p:nvSpPr>
          <p:cNvPr id="69" name="lane-3-step-5">
            <a:extLst xmlns:a="http://schemas.openxmlformats.org/drawingml/2006/main">
              <a:ext uri="{FF2B5EF4-FFF2-40B4-BE49-F238E27FC236}">
                <a16:creationId xmlns:a16="http://schemas.microsoft.com/office/drawing/2014/main" id="{60D67066-9EA1-4186-A07F-88A26E2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加密输出 / 销毁</a:t>
            </a:r>
          </a:p>
        </p:txBody>
      </p:sp>
      <p:sp>
        <p:nvSpPr>
          <p:cNvPr id="70" name="lane-3-step-6">
            <a:extLst xmlns:a="http://schemas.openxmlformats.org/drawingml/2006/main">
              <a:ext uri="{FF2B5EF4-FFF2-40B4-BE49-F238E27FC236}">
                <a16:creationId xmlns:a16="http://schemas.microsoft.com/office/drawing/2014/main" id="{111AEC3A-97D0-4564-9792-2090D966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收益 + 信誉</a:t>
            </a:r>
          </a:p>
        </p:txBody>
      </p:sp>
      <p:sp>
        <p:nvSpPr>
          <p:cNvPr id="71" name="lane-bg-4">
            <a:extLst xmlns:a="http://schemas.openxmlformats.org/drawingml/2006/main">
              <a:ext uri="{FF2B5EF4-FFF2-40B4-BE49-F238E27FC236}">
                <a16:creationId xmlns:a16="http://schemas.microsoft.com/office/drawing/2014/main" id="{D7517F68-FA7C-45EE-9E0A-86B5E73C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lane-label-4">
            <a:extLst xmlns:a="http://schemas.openxmlformats.org/drawingml/2006/main">
              <a:ext uri="{FF2B5EF4-FFF2-40B4-BE49-F238E27FC236}">
                <a16:creationId xmlns:a16="http://schemas.microsoft.com/office/drawing/2014/main" id="{D4913918-38C5-427E-AA08-B39C2066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766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服务用户</a:t>
            </a:r>
          </a:p>
        </p:txBody>
      </p:sp>
      <p:sp>
        <p:nvSpPr>
          <p:cNvPr id="73" name="lane-4-step-1">
            <a:extLst xmlns:a="http://schemas.openxmlformats.org/drawingml/2006/main">
              <a:ext uri="{FF2B5EF4-FFF2-40B4-BE49-F238E27FC236}">
                <a16:creationId xmlns:a16="http://schemas.microsoft.com/office/drawing/2014/main" id="{0542A98B-3DE9-4D32-BA0E-EFF8C60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浏览服务</a:t>
            </a:r>
          </a:p>
        </p:txBody>
      </p:sp>
      <p:sp>
        <p:nvSpPr>
          <p:cNvPr id="74" name="lane-4-step-2">
            <a:extLst xmlns:a="http://schemas.openxmlformats.org/drawingml/2006/main">
              <a:ext uri="{FF2B5EF4-FFF2-40B4-BE49-F238E27FC236}">
                <a16:creationId xmlns:a16="http://schemas.microsoft.com/office/drawing/2014/main" id="{726F281C-0B32-40B5-8E1E-CE45B276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选择节点类型</a:t>
            </a:r>
          </a:p>
        </p:txBody>
      </p:sp>
      <p:sp>
        <p:nvSpPr>
          <p:cNvPr id="75" name="lane-4-step-3">
            <a:extLst xmlns:a="http://schemas.openxmlformats.org/drawingml/2006/main">
              <a:ext uri="{FF2B5EF4-FFF2-40B4-BE49-F238E27FC236}">
                <a16:creationId xmlns:a16="http://schemas.microsoft.com/office/drawing/2014/main" id="{9944CBF7-6B96-4A57-9001-6B29DFF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 / 下单</a:t>
            </a:r>
          </a:p>
        </p:txBody>
      </p:sp>
      <p:sp>
        <p:nvSpPr>
          <p:cNvPr id="76" name="lane-4-step-4">
            <a:extLst xmlns:a="http://schemas.openxmlformats.org/drawingml/2006/main">
              <a:ext uri="{FF2B5EF4-FFF2-40B4-BE49-F238E27FC236}">
                <a16:creationId xmlns:a16="http://schemas.microsoft.com/office/drawing/2014/main" id="{9FA8487C-905F-445A-9D01-519E44E4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等待结果</a:t>
            </a:r>
          </a:p>
        </p:txBody>
      </p:sp>
      <p:sp>
        <p:nvSpPr>
          <p:cNvPr id="77" name="lane-4-step-5">
            <a:extLst xmlns:a="http://schemas.openxmlformats.org/drawingml/2006/main">
              <a:ext uri="{FF2B5EF4-FFF2-40B4-BE49-F238E27FC236}">
                <a16:creationId xmlns:a16="http://schemas.microsoft.com/office/drawing/2014/main" id="{2BB7DE30-8173-4D6A-B95A-DFB99DF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解密验收 / 申诉</a:t>
            </a:r>
          </a:p>
        </p:txBody>
      </p:sp>
      <p:sp>
        <p:nvSpPr>
          <p:cNvPr id="78" name="lane-4-step-6">
            <a:extLst xmlns:a="http://schemas.openxmlformats.org/drawingml/2006/main">
              <a:ext uri="{FF2B5EF4-FFF2-40B4-BE49-F238E27FC236}">
                <a16:creationId xmlns:a16="http://schemas.microsoft.com/office/drawing/2014/main" id="{505E30A3-58F1-4FCD-B343-90DB50B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回执 / 记录</a:t>
            </a:r>
          </a:p>
        </p:txBody>
      </p:sp>
      <p:sp>
        <p:nvSpPr>
          <p:cNvPr id="79" name="lane-1-arrow-1">
            <a:extLst xmlns:a="http://schemas.openxmlformats.org/drawingml/2006/main">
              <a:ext uri="{FF2B5EF4-FFF2-40B4-BE49-F238E27FC236}">
                <a16:creationId xmlns:a16="http://schemas.microsoft.com/office/drawing/2014/main" id="{3D670999-15A6-47A5-A7B8-494AD7A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lane-1-arrow-2">
            <a:extLst xmlns:a="http://schemas.openxmlformats.org/drawingml/2006/main">
              <a:ext uri="{FF2B5EF4-FFF2-40B4-BE49-F238E27FC236}">
                <a16:creationId xmlns:a16="http://schemas.microsoft.com/office/drawing/2014/main" id="{513CC6A1-E323-4588-AD79-5736C9C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lane-1-arrow-3">
            <a:extLst xmlns:a="http://schemas.openxmlformats.org/drawingml/2006/main">
              <a:ext uri="{FF2B5EF4-FFF2-40B4-BE49-F238E27FC236}">
                <a16:creationId xmlns:a16="http://schemas.microsoft.com/office/drawing/2014/main" id="{FBA1018A-5814-4421-953D-DF7B7FF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lane-1-arrow-4">
            <a:extLst xmlns:a="http://schemas.openxmlformats.org/drawingml/2006/main">
              <a:ext uri="{FF2B5EF4-FFF2-40B4-BE49-F238E27FC236}">
                <a16:creationId xmlns:a16="http://schemas.microsoft.com/office/drawing/2014/main" id="{02BF2101-7A2A-4A04-9188-6BE8422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lane-1-arrow-5">
            <a:extLst xmlns:a="http://schemas.openxmlformats.org/drawingml/2006/main">
              <a:ext uri="{FF2B5EF4-FFF2-40B4-BE49-F238E27FC236}">
                <a16:creationId xmlns:a16="http://schemas.microsoft.com/office/drawing/2014/main" id="{7AF900BE-313C-427C-9F12-1E8CEE1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lane-2-arrow-1">
            <a:extLst xmlns:a="http://schemas.openxmlformats.org/drawingml/2006/main">
              <a:ext uri="{FF2B5EF4-FFF2-40B4-BE49-F238E27FC236}">
                <a16:creationId xmlns:a16="http://schemas.microsoft.com/office/drawing/2014/main" id="{EDC6729F-1913-4C06-A010-6E54C7E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lane-2-arrow-2">
            <a:extLst xmlns:a="http://schemas.openxmlformats.org/drawingml/2006/main">
              <a:ext uri="{FF2B5EF4-FFF2-40B4-BE49-F238E27FC236}">
                <a16:creationId xmlns:a16="http://schemas.microsoft.com/office/drawing/2014/main" id="{58FDB55C-E47B-4BEA-91AC-2816F43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lane-2-arrow-3">
            <a:extLst xmlns:a="http://schemas.openxmlformats.org/drawingml/2006/main">
              <a:ext uri="{FF2B5EF4-FFF2-40B4-BE49-F238E27FC236}">
                <a16:creationId xmlns:a16="http://schemas.microsoft.com/office/drawing/2014/main" id="{EED6E9D4-1482-41CE-BA8E-9930223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lane-2-arrow-4">
            <a:extLst xmlns:a="http://schemas.openxmlformats.org/drawingml/2006/main">
              <a:ext uri="{FF2B5EF4-FFF2-40B4-BE49-F238E27FC236}">
                <a16:creationId xmlns:a16="http://schemas.microsoft.com/office/drawing/2014/main" id="{A0A530F8-3337-4A02-93FC-D8298A3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lane-2-arrow-5">
            <a:extLst xmlns:a="http://schemas.openxmlformats.org/drawingml/2006/main">
              <a:ext uri="{FF2B5EF4-FFF2-40B4-BE49-F238E27FC236}">
                <a16:creationId xmlns:a16="http://schemas.microsoft.com/office/drawing/2014/main" id="{358FF5B1-424B-4557-868C-557F059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lane-3-arrow-1">
            <a:extLst xmlns:a="http://schemas.openxmlformats.org/drawingml/2006/main">
              <a:ext uri="{FF2B5EF4-FFF2-40B4-BE49-F238E27FC236}">
                <a16:creationId xmlns:a16="http://schemas.microsoft.com/office/drawing/2014/main" id="{EEFDE6DE-7371-4EC4-8E48-D55A480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lane-3-arrow-2">
            <a:extLst xmlns:a="http://schemas.openxmlformats.org/drawingml/2006/main">
              <a:ext uri="{FF2B5EF4-FFF2-40B4-BE49-F238E27FC236}">
                <a16:creationId xmlns:a16="http://schemas.microsoft.com/office/drawing/2014/main" id="{D1ECA7F0-8B17-4DC7-90E8-E8D6F1C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lane-3-arrow-3">
            <a:extLst xmlns:a="http://schemas.openxmlformats.org/drawingml/2006/main">
              <a:ext uri="{FF2B5EF4-FFF2-40B4-BE49-F238E27FC236}">
                <a16:creationId xmlns:a16="http://schemas.microsoft.com/office/drawing/2014/main" id="{6915486E-0E15-4589-9B1F-21E3EF09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lane-3-arrow-4">
            <a:extLst xmlns:a="http://schemas.openxmlformats.org/drawingml/2006/main">
              <a:ext uri="{FF2B5EF4-FFF2-40B4-BE49-F238E27FC236}">
                <a16:creationId xmlns:a16="http://schemas.microsoft.com/office/drawing/2014/main" id="{4917EB00-1582-471C-82E8-CB44119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lane-3-arrow-5">
            <a:extLst xmlns:a="http://schemas.openxmlformats.org/drawingml/2006/main">
              <a:ext uri="{FF2B5EF4-FFF2-40B4-BE49-F238E27FC236}">
                <a16:creationId xmlns:a16="http://schemas.microsoft.com/office/drawing/2014/main" id="{A879F94E-F90A-40A3-8C2E-B65DC24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lane-4-arrow-1">
            <a:extLst xmlns:a="http://schemas.openxmlformats.org/drawingml/2006/main">
              <a:ext uri="{FF2B5EF4-FFF2-40B4-BE49-F238E27FC236}">
                <a16:creationId xmlns:a16="http://schemas.microsoft.com/office/drawing/2014/main" id="{79DD2677-13A3-4E8F-9AAD-D7E59BB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lane-4-arrow-2">
            <a:extLst xmlns:a="http://schemas.openxmlformats.org/drawingml/2006/main">
              <a:ext uri="{FF2B5EF4-FFF2-40B4-BE49-F238E27FC236}">
                <a16:creationId xmlns:a16="http://schemas.microsoft.com/office/drawing/2014/main" id="{6E26F12B-5EB9-492D-A986-4435F32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ane-4-arrow-3">
            <a:extLst xmlns:a="http://schemas.openxmlformats.org/drawingml/2006/main">
              <a:ext uri="{FF2B5EF4-FFF2-40B4-BE49-F238E27FC236}">
                <a16:creationId xmlns:a16="http://schemas.microsoft.com/office/drawing/2014/main" id="{8A19DBEF-0CD5-4C05-9B3F-585C1BA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lane-4-arrow-4">
            <a:extLst xmlns:a="http://schemas.openxmlformats.org/drawingml/2006/main">
              <a:ext uri="{FF2B5EF4-FFF2-40B4-BE49-F238E27FC236}">
                <a16:creationId xmlns:a16="http://schemas.microsoft.com/office/drawing/2014/main" id="{136C4077-664B-4DCA-91DE-F69439D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lane-4-arrow-5">
            <a:extLst xmlns:a="http://schemas.openxmlformats.org/drawingml/2006/main">
              <a:ext uri="{FF2B5EF4-FFF2-40B4-BE49-F238E27FC236}">
                <a16:creationId xmlns:a16="http://schemas.microsoft.com/office/drawing/2014/main" id="{70E9A23D-11E6-4222-BF6E-F25F67D3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andoff-publish">
            <a:extLst xmlns:a="http://schemas.openxmlformats.org/drawingml/2006/main">
              <a:ext uri="{FF2B5EF4-FFF2-40B4-BE49-F238E27FC236}">
                <a16:creationId xmlns:a16="http://schemas.microsoft.com/office/drawing/2014/main" id="{39183F2C-56C0-4669-8882-C47E3BF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andoff-dispatch">
            <a:extLst xmlns:a="http://schemas.openxmlformats.org/drawingml/2006/main">
              <a:ext uri="{FF2B5EF4-FFF2-40B4-BE49-F238E27FC236}">
                <a16:creationId xmlns:a16="http://schemas.microsoft.com/office/drawing/2014/main" id="{54A7A87B-D74B-4E75-99BC-654B9ED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andoff-request">
            <a:extLst xmlns:a="http://schemas.openxmlformats.org/drawingml/2006/main">
              <a:ext uri="{FF2B5EF4-FFF2-40B4-BE49-F238E27FC236}">
                <a16:creationId xmlns:a16="http://schemas.microsoft.com/office/drawing/2014/main" id="{EB7CB761-99E1-478B-B2C9-3B653AB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123825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andoff-result">
            <a:extLst xmlns:a="http://schemas.openxmlformats.org/drawingml/2006/main">
              <a:ext uri="{FF2B5EF4-FFF2-40B4-BE49-F238E27FC236}">
                <a16:creationId xmlns:a16="http://schemas.microsoft.com/office/drawing/2014/main" id="{5273737F-18DF-426E-97C4-A1C82B4F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low-note">
            <a:extLst xmlns:a="http://schemas.openxmlformats.org/drawingml/2006/main">
              <a:ext uri="{FF2B5EF4-FFF2-40B4-BE49-F238E27FC236}">
                <a16:creationId xmlns:a16="http://schemas.microsoft.com/office/drawing/2014/main" id="{F018A59F-B9EE-4850-A348-99867D7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关键原则：网络只负责协调与记账；节点负责执行；明文只在用户端与隔离任务内短暂存在。</a:t>
            </a:r>
          </a:p>
        </p:txBody>
      </p:sp>
      <p:sp>
        <p:nvSpPr>
          <p:cNvPr id="104" name="flow-legend-solid">
            <a:extLst xmlns:a="http://schemas.openxmlformats.org/drawingml/2006/main">
              <a:ext uri="{FF2B5EF4-FFF2-40B4-BE49-F238E27FC236}">
                <a16:creationId xmlns:a16="http://schemas.microsoft.com/office/drawing/2014/main" id="{1A9D3A7A-C7A6-42CA-B3A5-0F02A4A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428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67452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实线 = 服务 / 结果流</a:t>
            </a:r>
          </a:p>
        </p:txBody>
      </p:sp>
      <p:sp>
        <p:nvSpPr>
          <p:cNvPr id="105" name="flow-legend-dash">
            <a:extLst xmlns:a="http://schemas.openxmlformats.org/drawingml/2006/main">
              <a:ext uri="{FF2B5EF4-FFF2-40B4-BE49-F238E27FC236}">
                <a16:creationId xmlns:a16="http://schemas.microsoft.com/office/drawing/2014/main" id="{FC413692-1519-4EB8-8AB1-B5FD66D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10125"/>
            <a:ext cx="1428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67452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虚线 = 控制 / 验收流</a:t>
            </a:r>
          </a:p>
        </p:txBody>
      </p:sp>
      <p:sp>
        <p:nvSpPr>
          <p:cNvPr id="10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BB2897-5613-4BBA-A6A9-CDE287C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9161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E4C3BB-1010-4EAB-AA60-1F167DF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可信服务包，让节点一键发布服务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48548-A3A6-441A-8B03-C414591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20E71-09B7-4239-8438-410A2E2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E4C98-591E-4A5B-B9F0-C8E80B1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BD02-01EE-4A90-A230-B55EA2D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CB11F-30C8-4AD1-95F6-C1F3F25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1A797-1A5B-49F7-8755-670E058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32D17-3B61-45BB-807F-05B74CF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00755-1AE5-4352-A19A-8B94EF7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3B9B2-E363-4F2E-A5CF-ED21B88D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8C238-C7E3-4D8C-9277-739BA56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清单、代码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依赖与权限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43EE-88EE-40AA-BDC4-8907933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71DF9-B479-4173-BCEE-9BA802F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C8D2A-AE26-4D82-A1E7-9C8734C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D2848-11FA-4916-8A19-CF736C3F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安全扫描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人工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3E033-96A5-4991-AE4A-91C6F428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614D3-FBB8-420E-8E18-D085976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777EE-C14D-475C-AB87-FCA038E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签名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821DB-4BB0-4A04-87B9-E60639A0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版本和哈希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不可静默替换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E39A3-C6F8-42BA-AB56-10454A99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51956-7F7E-4271-8B25-01EF153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51D5D-730B-4F38-83D0-AE4475F6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CBFEC-AA1D-45D6-A201-7AEB7B4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节点主动选择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不默认发布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82C6B-0822-4A69-AAAD-23B9DD4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220FD-BC99-4F83-B2DD-1C7ECE8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FEBB3-32C9-40FD-8555-7112644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上线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AF640-083F-4084-8029-257C413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设置资源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时间与价格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977FF-62F6-41D9-830D-240AFAA2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55183-4FE5-4FC5-820B-81EA25F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0EB22-897B-4FE7-A3EE-4D5F031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接单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8BB22-88F8-4EB2-9840-B6334BA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仅接收定义好的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参数和文件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03496-386A-45B2-8762-19CBFCB5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87893-873F-402C-AA76-A439EDC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官方目录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1F3F8E-9403-41B0-A3FB-58BF63BB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强制审核、官方签名、默认可见、一键启用。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97F01-4382-4A67-A261-53320D35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EADD26-FBEA-4B8C-B343-B46FB93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社区目录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35E91-E611-4462-99BA-90D8BD6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可开放发布，但默认不安装；需要本地明确授权。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F7207-1BE0-440D-A86C-F988C56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07FB84-D9EB-4899-9291-BD1F942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573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D01FE-1ED6-4CE0-9165-CB13D5A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一次订单：从选择服务到结果结算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9708-EDE8-4F1A-A93B-E30F0E6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失败可以重试；同一个幂等任务不能重复扣费。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FEC1-907D-441A-BCBF-ED9AA2D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C73-3122-40A5-ACD1-F9546C0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5944-DABE-436C-82B4-B31E01D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8B84-291A-4842-A728-726D76B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F2266-4EE7-4A2C-A11D-FD73181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5280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E8347-0DF5-42ED-858B-3401794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FCB5-3DA5-4558-90A5-1E443FD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A8DD1-F367-42DC-8974-E4970FF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8666-14CC-4555-8726-01BBE60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8A1A2-9382-4CF8-9976-F1C1559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3925-6D49-4773-AC18-F4A3146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9F90E-4F00-4E62-B8CF-B0E1344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选择报价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A5697-4EE4-4D2A-9E56-15392D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比较价格、设备和隐私等级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3E6D-B1E3-433E-99AA-1614BE9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A41DC-490B-494B-B6A3-5A33325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E68F1-7AC7-4D3A-BE9B-87F170D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18B95-C3E7-4F7D-8764-383D396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DC580-ADD3-4B9D-B2C2-D822BA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提示词和文件先在用户侧加密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C538-6388-4047-91A1-70A318B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0D384-E8A2-44F5-B27B-2C71B77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90675-B711-487C-BF5D-2BE5C0E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231E1-F0D1-4481-8948-208EE69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提交订单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E1ABE-727E-4A8D-A7FD-2B33DB6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Registry只保存签名控制信息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3A4B-9796-432C-A26E-1225116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2327-632E-4531-9F09-0848488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ACDA6-74E3-475C-870A-3FDEF69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140F8-0E08-4DA3-AD6C-46B8B88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节点领取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1F0DF-67C3-4EC5-9D39-FB2615F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节点获得有时限的任务租约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94B32-DADE-438A-BD55-D5A1F6B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28058-0E87-4D0B-886C-2ED8FB1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3E198-1EC7-4D10-BCEE-04B28DC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FD8E5-88DF-4932-B13B-C4C7D6D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销毁工作区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5BF1C-06A1-4ED1-B638-7280524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销毁密钥、容器和临时卷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3A35A-098B-487A-877B-6D56F8B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F3D56-109B-4DA6-A04A-0F29361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A61AE-CA92-4175-B456-B4535B2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D70BE-7342-4ABC-8F98-F27DA37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Credits结算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235E19-DCBA-47EB-8040-077F9FF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验收成功后只结算一次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4CEB3-94F8-4C78-AEA4-A9BED3B9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27676-5392-44DF-8690-4BF2700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E181A9-1297-493B-B8C8-C2A0FA0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C7881-0AD8-4EC0-9748-28E4D99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6E019D-F537-4F6A-95A5-6726009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下载、解密、验证后接受或申诉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2CC414-F473-4EA3-88CE-12D872D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CE974-38B9-4CDB-85BA-58514FC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C8AF6-07B8-4CCA-BB89-C6B718D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40B4C-729D-4519-A066-C87B987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返回密文结果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06F9B-09D4-42E1-BD6F-6313B38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输出先加密，再上传中转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65EB3-DF72-4B56-B32D-76CCDC6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81804-E2EF-4790-A317-CEF85CB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8371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D01FE-1ED6-4CE0-9165-CB13D5A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一次订单：从选择服务到结果结算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9708-EDE8-4F1A-A93B-E30F0E6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失败可以重试；同一个幂等任务不能重复扣费。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FEC1-907D-441A-BCBF-ED9AA2D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C73-3122-40A5-ACD1-F9546C0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5944-DABE-436C-82B4-B31E01D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8B84-291A-4842-A728-726D76B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F2266-4EE7-4A2C-A11D-FD73181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E8347-0DF5-42ED-858B-3401794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FCB5-3DA5-4558-90A5-1E443FD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A8DD1-F367-42DC-8974-E4970FF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8666-14CC-4555-8726-01BBE60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8A1A2-9382-4CF8-9976-F1C1559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3925-6D49-4773-AC18-F4A3146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9F90E-4F00-4E62-B8CF-B0E1344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选择报价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A5697-4EE4-4D2A-9E56-15392D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比较价格、设备和隐私等级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3E6D-B1E3-433E-99AA-1614BE9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A41DC-490B-494B-B6A3-5A33325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E68F1-7AC7-4D3A-BE9B-87F170D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18B95-C3E7-4F7D-8764-383D396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DC580-ADD3-4B9D-B2C2-D822BA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提示词和文件先在用户侧加密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C538-6388-4047-91A1-70A318B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0D384-E8A2-44F5-B27B-2C71B77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90675-B711-487C-BF5D-2BE5C0E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231E1-F0D1-4481-8948-208EE69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提交订单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E1ABE-727E-4A8D-A7FD-2B33DB6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Registry只保存签名控制信息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3A4B-9796-432C-A26E-1225116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2327-632E-4531-9F09-0848488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ACDA6-74E3-475C-870A-3FDEF69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140F8-0E08-4DA3-AD6C-46B8B88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节点领取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1F0DF-67C3-4EC5-9D39-FB2615F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节点获得有时限的任务租约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94B32-DADE-438A-BD55-D5A1F6B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28058-0E87-4D0B-886C-2ED8FB1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3E198-1EC7-4D10-BCEE-04B28DC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FD8E5-88DF-4932-B13B-C4C7D6D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销毁工作区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5BF1C-06A1-4ED1-B638-7280524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销毁密钥、容器和临时卷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3A35A-098B-487A-877B-6D56F8B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F3D56-109B-4DA6-A04A-0F29361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A61AE-CA92-4175-B456-B4535B2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D70BE-7342-4ABC-8F98-F27DA37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Credits结算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235E19-DCBA-47EB-8040-077F9FF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验收成功后只结算一次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4CEB3-94F8-4C78-AEA4-A9BED3B9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27676-5392-44DF-8690-4BF2700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E181A9-1297-493B-B8C8-C2A0FA0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C7881-0AD8-4EC0-9748-28E4D99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6E019D-F537-4F6A-95A5-6726009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下载、解密、验证后接受或申诉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2CC414-F473-4EA3-88CE-12D872D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CE974-38B9-4CDB-85BA-58514FC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C8AF6-07B8-4CCA-BB89-C6B718D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40B4C-729D-4519-A066-C87B987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返回密文结果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06F9B-09D4-42E1-BD6F-6313B38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输出先加密，再上传中转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65EB3-DF72-4B56-B32D-76CCDC6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81804-E2EF-4790-A317-CEF85CB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4" name="flowchart-white-canvas">
            <a:extLst xmlns:a="http://schemas.openxmlformats.org/drawingml/2006/main">
              <a:ext uri="{FF2B5EF4-FFF2-40B4-BE49-F238E27FC236}">
                <a16:creationId xmlns:a16="http://schemas.microsoft.com/office/drawing/2014/main" id="{F991E9CC-9C99-4AC2-8E0E-2C5F65C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EBA122-9357-422A-8B3D-C055EAD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订单状态机：失败可重试，成功只结算一次</a:t>
            </a:r>
          </a:p>
        </p:txBody>
      </p:sp>
      <p:sp>
        <p:nvSpPr>
          <p:cNvPr id="5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ED8122-9958-4226-963A-9D6114EB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把超时、节点离线、验收争议和隐私清理纳入同一套订单规则</a:t>
            </a:r>
          </a:p>
        </p:txBody>
      </p:sp>
      <p:sp>
        <p:nvSpPr>
          <p:cNvPr id="57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35C894-9E97-4DAA-8153-BE28212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</p:sp>
      <p:sp>
        <p:nvSpPr>
          <p:cNvPr id="58" name="state-main-1">
            <a:extLst xmlns:a="http://schemas.openxmlformats.org/drawingml/2006/main">
              <a:ext uri="{FF2B5EF4-FFF2-40B4-BE49-F238E27FC236}">
                <a16:creationId xmlns:a16="http://schemas.microsoft.com/office/drawing/2014/main" id="{4FCBDF31-D752-4F6C-B4A3-889A291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创建订单</a:t>
            </a:r>
          </a:p>
        </p:txBody>
      </p:sp>
      <p:sp>
        <p:nvSpPr>
          <p:cNvPr id="59" name="state-main-2">
            <a:extLst xmlns:a="http://schemas.openxmlformats.org/drawingml/2006/main">
              <a:ext uri="{FF2B5EF4-FFF2-40B4-BE49-F238E27FC236}">
                <a16:creationId xmlns:a16="http://schemas.microsoft.com/office/drawing/2014/main" id="{4BF2EC93-CD27-45AB-A47D-80438C6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等待匹配</a:t>
            </a:r>
          </a:p>
        </p:txBody>
      </p:sp>
      <p:sp>
        <p:nvSpPr>
          <p:cNvPr id="60" name="state-main-3">
            <a:extLst xmlns:a="http://schemas.openxmlformats.org/drawingml/2006/main">
              <a:ext uri="{FF2B5EF4-FFF2-40B4-BE49-F238E27FC236}">
                <a16:creationId xmlns:a16="http://schemas.microsoft.com/office/drawing/2014/main" id="{EE1B861C-471D-4408-8ED6-3AF909A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节点接单</a:t>
            </a:r>
          </a:p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租约锁定</a:t>
            </a:r>
          </a:p>
        </p:txBody>
      </p:sp>
      <p:sp>
        <p:nvSpPr>
          <p:cNvPr id="61" name="state-main-4">
            <a:extLst xmlns:a="http://schemas.openxmlformats.org/drawingml/2006/main">
              <a:ext uri="{FF2B5EF4-FFF2-40B4-BE49-F238E27FC236}">
                <a16:creationId xmlns:a16="http://schemas.microsoft.com/office/drawing/2014/main" id="{45C68E6F-83A7-43C5-A514-3C6D3C9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</p:txBody>
      </p:sp>
      <p:sp>
        <p:nvSpPr>
          <p:cNvPr id="62" name="state-main-5">
            <a:extLst xmlns:a="http://schemas.openxmlformats.org/drawingml/2006/main">
              <a:ext uri="{FF2B5EF4-FFF2-40B4-BE49-F238E27FC236}">
                <a16:creationId xmlns:a16="http://schemas.microsoft.com/office/drawing/2014/main" id="{2007CC59-429D-4F9C-892B-B9A88E1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上传密文结果</a:t>
            </a:r>
          </a:p>
        </p:txBody>
      </p:sp>
      <p:sp>
        <p:nvSpPr>
          <p:cNvPr id="63" name="state-main-6">
            <a:extLst xmlns:a="http://schemas.openxmlformats.org/drawingml/2006/main">
              <a:ext uri="{FF2B5EF4-FFF2-40B4-BE49-F238E27FC236}">
                <a16:creationId xmlns:a16="http://schemas.microsoft.com/office/drawing/2014/main" id="{A54CB452-CBDA-4019-A269-F51A5C8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64" name="state-main-7">
            <a:extLst xmlns:a="http://schemas.openxmlformats.org/drawingml/2006/main">
              <a:ext uri="{FF2B5EF4-FFF2-40B4-BE49-F238E27FC236}">
                <a16:creationId xmlns:a16="http://schemas.microsoft.com/office/drawing/2014/main" id="{083F5BA3-2F26-4F1B-907D-29D6140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清理工作区</a:t>
            </a:r>
          </a:p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结算关闭</a:t>
            </a:r>
          </a:p>
        </p:txBody>
      </p:sp>
      <p:sp>
        <p:nvSpPr>
          <p:cNvPr id="65" name="state-main-arrow-1">
            <a:extLst xmlns:a="http://schemas.openxmlformats.org/drawingml/2006/main">
              <a:ext uri="{FF2B5EF4-FFF2-40B4-BE49-F238E27FC236}">
                <a16:creationId xmlns:a16="http://schemas.microsoft.com/office/drawing/2014/main" id="{4F546883-0292-421E-84C7-99AF00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tate-main-arrow-2">
            <a:extLst xmlns:a="http://schemas.openxmlformats.org/drawingml/2006/main">
              <a:ext uri="{FF2B5EF4-FFF2-40B4-BE49-F238E27FC236}">
                <a16:creationId xmlns:a16="http://schemas.microsoft.com/office/drawing/2014/main" id="{BB7B49EB-A023-4444-88B1-E888DCC6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tate-main-arrow-3">
            <a:extLst xmlns:a="http://schemas.openxmlformats.org/drawingml/2006/main">
              <a:ext uri="{FF2B5EF4-FFF2-40B4-BE49-F238E27FC236}">
                <a16:creationId xmlns:a16="http://schemas.microsoft.com/office/drawing/2014/main" id="{9828F110-E691-4F33-B546-0B9DCA6F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tate-main-arrow-4">
            <a:extLst xmlns:a="http://schemas.openxmlformats.org/drawingml/2006/main">
              <a:ext uri="{FF2B5EF4-FFF2-40B4-BE49-F238E27FC236}">
                <a16:creationId xmlns:a16="http://schemas.microsoft.com/office/drawing/2014/main" id="{EC1A6F36-55BD-4682-B651-078510C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tate-main-arrow-5">
            <a:extLst xmlns:a="http://schemas.openxmlformats.org/drawingml/2006/main">
              <a:ext uri="{FF2B5EF4-FFF2-40B4-BE49-F238E27FC236}">
                <a16:creationId xmlns:a16="http://schemas.microsoft.com/office/drawing/2014/main" id="{87256B97-9B64-4387-A984-6B53795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tate-main-arrow-6">
            <a:extLst xmlns:a="http://schemas.openxmlformats.org/drawingml/2006/main">
              <a:ext uri="{FF2B5EF4-FFF2-40B4-BE49-F238E27FC236}">
                <a16:creationId xmlns:a16="http://schemas.microsoft.com/office/drawing/2014/main" id="{677CA070-215A-4DA3-81D9-B191B71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tate-timeout">
            <a:extLst xmlns:a="http://schemas.openxmlformats.org/drawingml/2006/main">
              <a:ext uri="{FF2B5EF4-FFF2-40B4-BE49-F238E27FC236}">
                <a16:creationId xmlns:a16="http://schemas.microsoft.com/office/drawing/2014/main" id="{5F381A33-07D6-4307-B65F-41EA66D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匹配超时</a:t>
            </a:r>
          </a:p>
        </p:txBody>
      </p:sp>
      <p:sp>
        <p:nvSpPr>
          <p:cNvPr id="72" name="state-retry">
            <a:extLst xmlns:a="http://schemas.openxmlformats.org/drawingml/2006/main">
              <a:ext uri="{FF2B5EF4-FFF2-40B4-BE49-F238E27FC236}">
                <a16:creationId xmlns:a16="http://schemas.microsoft.com/office/drawing/2014/main" id="{A0374845-C8CD-42DF-AFCB-4BCC70E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重新匹配</a:t>
            </a:r>
          </a:p>
        </p:txBody>
      </p:sp>
      <p:sp>
        <p:nvSpPr>
          <p:cNvPr id="73" name="state-cancel">
            <a:extLst xmlns:a="http://schemas.openxmlformats.org/drawingml/2006/main">
              <a:ext uri="{FF2B5EF4-FFF2-40B4-BE49-F238E27FC236}">
                <a16:creationId xmlns:a16="http://schemas.microsoft.com/office/drawing/2014/main" id="{570E2EEC-B202-403A-94EF-FFA7BD1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766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用户取消</a:t>
            </a:r>
          </a:p>
          <a:p xmlns:a="http://schemas.openxmlformats.org/drawingml/2006/main">
            <a:pPr algn="ctr">
              <a:def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不扣费</a:t>
            </a:r>
          </a:p>
        </p:txBody>
      </p:sp>
      <p:sp>
        <p:nvSpPr>
          <p:cNvPr id="74" name="state-failed">
            <a:extLst xmlns:a="http://schemas.openxmlformats.org/drawingml/2006/main">
              <a:ext uri="{FF2B5EF4-FFF2-40B4-BE49-F238E27FC236}">
                <a16:creationId xmlns:a16="http://schemas.microsoft.com/office/drawing/2014/main" id="{BF71F5DB-06D5-4569-86BA-15FD95B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执行失败 /</a:t>
            </a:r>
          </a:p>
          <a:p xmlns:a="http://schemas.openxmlformats.org/drawingml/2006/main">
            <a:pPr algn="ctr">
              <a:def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节点离线</a:t>
            </a:r>
          </a:p>
        </p:txBody>
      </p:sp>
      <p:sp>
        <p:nvSpPr>
          <p:cNvPr id="75" name="state-requeue">
            <a:extLst xmlns:a="http://schemas.openxmlformats.org/drawingml/2006/main">
              <a:ext uri="{FF2B5EF4-FFF2-40B4-BE49-F238E27FC236}">
                <a16:creationId xmlns:a16="http://schemas.microsoft.com/office/drawing/2014/main" id="{EB3F3C0A-D41D-4453-B660-EA9A38BC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保留输入密文</a:t>
            </a:r>
          </a:p>
          <a:p xmlns:a="http://schemas.openxmlformats.org/drawingml/2006/main">
            <a:pPr algn="ctr">
              <a:def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重新排队</a:t>
            </a:r>
          </a:p>
        </p:txBody>
      </p:sp>
      <p:sp>
        <p:nvSpPr>
          <p:cNvPr id="76" name="state-disputed">
            <a:extLst xmlns:a="http://schemas.openxmlformats.org/drawingml/2006/main">
              <a:ext uri="{FF2B5EF4-FFF2-40B4-BE49-F238E27FC236}">
                <a16:creationId xmlns:a16="http://schemas.microsoft.com/office/drawing/2014/main" id="{6975DA26-40A8-409A-A2BF-346E5A38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验收失败</a:t>
            </a:r>
          </a:p>
          <a:p xmlns:a="http://schemas.openxmlformats.org/drawingml/2006/main">
            <a:pPr algn="ctr">
              <a:def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进入争议</a:t>
            </a:r>
          </a:p>
        </p:txBody>
      </p:sp>
      <p:sp>
        <p:nvSpPr>
          <p:cNvPr id="77" name="state-decision">
            <a:extLst xmlns:a="http://schemas.openxmlformats.org/drawingml/2006/main">
              <a:ext uri="{FF2B5EF4-FFF2-40B4-BE49-F238E27FC236}">
                <a16:creationId xmlns:a16="http://schemas.microsoft.com/office/drawing/2014/main" id="{1077D940-3DA6-4086-9281-8EFFFC1C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复核：退款或放款</a:t>
            </a:r>
          </a:p>
        </p:txBody>
      </p:sp>
      <p:sp>
        <p:nvSpPr>
          <p:cNvPr id="78" name="state-wait-timeout">
            <a:extLst xmlns:a="http://schemas.openxmlformats.org/drawingml/2006/main">
              <a:ext uri="{FF2B5EF4-FFF2-40B4-BE49-F238E27FC236}">
                <a16:creationId xmlns:a16="http://schemas.microsoft.com/office/drawing/2014/main" id="{310AC9EA-1C64-4608-8944-359A8FF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te-timeout-retry">
            <a:extLst xmlns:a="http://schemas.openxmlformats.org/drawingml/2006/main">
              <a:ext uri="{FF2B5EF4-FFF2-40B4-BE49-F238E27FC236}">
                <a16:creationId xmlns:a16="http://schemas.microsoft.com/office/drawing/2014/main" id="{D7F50E0E-A33D-41E5-AA12-02773A0C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tate-retry-up">
            <a:extLst xmlns:a="http://schemas.openxmlformats.org/drawingml/2006/main">
              <a:ext uri="{FF2B5EF4-FFF2-40B4-BE49-F238E27FC236}">
                <a16:creationId xmlns:a16="http://schemas.microsoft.com/office/drawing/2014/main" id="{0EDC3A5A-B653-482A-9989-4237BA4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38375"/>
            <a:ext cx="142875" cy="4857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tate-timeout-cancel">
            <a:extLst xmlns:a="http://schemas.openxmlformats.org/drawingml/2006/main">
              <a:ext uri="{FF2B5EF4-FFF2-40B4-BE49-F238E27FC236}">
                <a16:creationId xmlns:a16="http://schemas.microsoft.com/office/drawing/2014/main" id="{C8364041-CA16-49AD-A678-A0A8794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5175"/>
            <a:ext cx="142875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tate-run-failed">
            <a:extLst xmlns:a="http://schemas.openxmlformats.org/drawingml/2006/main">
              <a:ext uri="{FF2B5EF4-FFF2-40B4-BE49-F238E27FC236}">
                <a16:creationId xmlns:a16="http://schemas.microsoft.com/office/drawing/2014/main" id="{928B12C7-9849-4E1F-9D73-697579B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state-failed-requeue">
            <a:extLst xmlns:a="http://schemas.openxmlformats.org/drawingml/2006/main">
              <a:ext uri="{FF2B5EF4-FFF2-40B4-BE49-F238E27FC236}">
                <a16:creationId xmlns:a16="http://schemas.microsoft.com/office/drawing/2014/main" id="{E2202BAF-0B49-4F4F-9FE1-7B4D155D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state-requeue-return">
            <a:extLst xmlns:a="http://schemas.openxmlformats.org/drawingml/2006/main">
              <a:ext uri="{FF2B5EF4-FFF2-40B4-BE49-F238E27FC236}">
                <a16:creationId xmlns:a16="http://schemas.microsoft.com/office/drawing/2014/main" id="{8FB87B93-D238-4C1D-A0D2-3643F34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34290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tate-return-label">
            <a:extLst xmlns:a="http://schemas.openxmlformats.org/drawingml/2006/main">
              <a:ext uri="{FF2B5EF4-FFF2-40B4-BE49-F238E27FC236}">
                <a16:creationId xmlns:a16="http://schemas.microsoft.com/office/drawing/2014/main" id="{62D9F9B9-7D1D-48F6-94B4-E9A3898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失败后回到“等待匹配”</a:t>
            </a:r>
          </a:p>
        </p:txBody>
      </p:sp>
      <p:sp>
        <p:nvSpPr>
          <p:cNvPr id="86" name="state-accept-dispute">
            <a:extLst xmlns:a="http://schemas.openxmlformats.org/drawingml/2006/main">
              <a:ext uri="{FF2B5EF4-FFF2-40B4-BE49-F238E27FC236}">
                <a16:creationId xmlns:a16="http://schemas.microsoft.com/office/drawing/2014/main" id="{52516B9D-0F07-4500-8BB5-C632EA0A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state-dispute-decision">
            <a:extLst xmlns:a="http://schemas.openxmlformats.org/drawingml/2006/main">
              <a:ext uri="{FF2B5EF4-FFF2-40B4-BE49-F238E27FC236}">
                <a16:creationId xmlns:a16="http://schemas.microsoft.com/office/drawing/2014/main" id="{200468F5-C07B-4354-B066-9655331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idempotency-callout">
            <a:extLst xmlns:a="http://schemas.openxmlformats.org/drawingml/2006/main">
              <a:ext uri="{FF2B5EF4-FFF2-40B4-BE49-F238E27FC236}">
                <a16:creationId xmlns:a16="http://schemas.microsoft.com/office/drawing/2014/main" id="{5CC14115-D6BE-47F2-A904-3B717CC9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34575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95601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幂等键 + 结算锁：同一订单无论重试多少次，只能成功扣费和放款一次</a:t>
            </a:r>
          </a:p>
        </p:txBody>
      </p:sp>
      <p:sp>
        <p:nvSpPr>
          <p:cNvPr id="89" name="state-note">
            <a:extLst xmlns:a="http://schemas.openxmlformats.org/drawingml/2006/main">
              <a:ext uri="{FF2B5EF4-FFF2-40B4-BE49-F238E27FC236}">
                <a16:creationId xmlns:a16="http://schemas.microsoft.com/office/drawing/2014/main" id="{262F34ED-7E2C-4713-9E18-56D4C00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隐私边界：平台保存订单状态、签名和密文引用；节点任务目录在结果确认或超时后执行可验证清理。</a:t>
            </a:r>
          </a:p>
        </p:txBody>
      </p:sp>
      <p:sp>
        <p:nvSpPr>
          <p:cNvPr id="9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6FF10F-A7D2-426E-BD22-9C8A9ED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8371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A3BB91-A25E-4BAE-A246-57B8859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节点用户不写代码，只选择愿意提供的服务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49F8D-702D-4CC5-918C-F99EDAE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E470B-787A-4A5F-9A5D-67C7C940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429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5DAA8-00D4-4414-84BC-CD7659F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节点端操作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53795-98FF-4F82-8AB1-E633348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5933-FAD1-49B5-8E05-1241DD7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DD57-3480-42E6-A021-46FEE8C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47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系统检测 CPU / GPU / 磁盘 / 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80DE-4920-4229-98DA-DD1F7F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4A14-93C1-46B6-BC2C-26CA78F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72845-7CA2-47D0-9AE6-4B81496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显示可以运行的官方服务包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77A47-3B8E-4E4E-82EC-25449DC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95851-BB32-4DB1-92E3-75C3FF37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61C6A-C4A7-463D-B4EE-58F1CCF7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52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用户勾选服务并设置时间与价格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E119-B505-4094-9B65-DDAB868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3622E-0C10-4006-9D74-405FBFE1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29332-4C2F-4A5A-BFCB-819DB05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052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节点发布签名 ServiceOffer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826E8-E6AA-4E2E-BBC6-CCB29B7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D0E1F-42CB-4EB8-AF41-5B09A4C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48AEA-352F-4546-8FF4-D993233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资源不足或用户占用时自动暂停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B21EF-1E1B-42A2-BF2C-706EA7C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节点拥有者始终可以停用服务。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1DAB9-CA9F-4A48-9837-7A51C0F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默认护栏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241EE-832F-47DE-9033-A1944847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637F6-A9E9-473B-80CA-78B1A2C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限 CPU / RAM / VRAM / 磁盘 / 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D0140-7426-4BF8-BC3E-0F9643D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EEFAE-8B66-4D45-9F46-72D0CCD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34FB9-CCE2-4E62-848D-E8C4153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24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一单一容器；模型只读；不挂载用户目录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CE744-4FB0-44EA-BB89-08F9CDA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5C0D9-4B4F-4996-9AC9-42AE530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2231A-02D9-40CF-9397-BC2F2FC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242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默认禁止通用出网；中转由 Supervisor 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CB69D-EB63-41C5-8DC2-FB83E65F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D4DFC-D197-4EB3-AFA2-6C6A3DC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793DC-2D65-4386-A451-F0695F0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24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新版本必须验证签名和镜像哈希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9B802-3F7F-43B4-A84B-58D45E67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6E9A4-6186-4F8E-988D-FC85DD1B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9BBB2-9676-4547-93A9-17D029BD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244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不记录提示词、文件内容和解密结果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91FC3-3892-4DF8-8310-C547EF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435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58E940-8483-4FBC-9A07-586A634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92C99B-6648-47BE-99B9-6E5197B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8178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25A0D-2FB2-46BD-B26A-83D4C1B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隐私能做到很强，但普通4090不是机密计算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1504-9C6A-4AA5-895C-44F0A1F6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19825-751D-4259-8E6A-121AA1B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92EAD-BCBE-4F53-917E-E24AAD6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可以保证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807FE-1344-4A9D-8207-01CC5D6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Registry 不保存明文提示词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Relay 只保存密文结果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输出只对用户公钥加密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临时卷使用内存密钥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完成后销毁密钥和容器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3B3E1-CC88-45B8-B8FE-09CD4C4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448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EC09E-C40D-4E19-8045-277E1E5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8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4945"/>
                </a:solidFill>
                <a:latin typeface="Microsoft YaHei"/>
                <a:ea typeface="Microsoft YaHei"/>
                <a:cs typeface="Microsoft YaHei"/>
              </a:rPr>
              <a:t>不能绝对保证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0CFE8-0FC1-4689-91F4-2145A4B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619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4090执行时必须在内存/显存解密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拥有宿主机管理员权限的机主理论上可查看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“删除回执”不能证明机主从未复制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敏感任务应使用本机、可信或官方节点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FCD94-A823-4D78-A5CD-EA058A14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对外准确表述：社区节点提供端到端加密交付和自动清理，不等于节点所有者不可见。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AD8BD-9123-42D7-BCCC-D377670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12349-3CDE-462E-8690-9DF4DFD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3159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AB49B7-42CE-406C-AD73-EB448C6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当前用 Credits 验证经济闭环，现金结算放到后期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BE98C-8C81-4ECC-B3CC-E8E2942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5DDC-F2FA-472A-9963-93FA4475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9004F-DF97-4639-860A-AB838CB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6A241-8055-48CA-844B-8EED420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9073-A10F-4FD4-B1CD-7A74164D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C3AC7-DCE4-4B16-8262-160F73B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提交最大可支付 Credits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任务开始时预留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CB368-933C-4895-B2F6-3675B13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0C32E-413A-47C8-98EA-0933C2C7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验收与争议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33811-B6D4-4356-8E6D-5EF1837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成功验收才结算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失败、超时可重试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3DF8B-B056-49F7-9D84-582FA50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BB0AE-25F3-4360-81B7-D165222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节点收入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33AEB-FAF2-4BB3-8B6E-2F061AE2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按结果获得 Credits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形成可靠性和贡献记录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3C45-F154-403F-B53F-568FA1F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22945-D977-4417-A8E8-B5470E8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409E6-83EE-4FD5-B6FC-5E900BA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不可转让 Credits：先验证需求、交付、重试、信誉与反作弊。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44188-6245-4E1F-80E0-91F0BB87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8ECC-A859-4422-8BCF-A0B635E9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以后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2D1C9-D98A-4EAC-915A-62C26FE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现金、提现、退款、KYC、税务与法律审查属于 P5/P6 之后。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753A7-16DC-442E-8ECD-11E75C1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EBB7D-A143-43FC-8C61-B6CAB9B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3540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2C3716-1E42-42D1-B710-801695D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项目已经有协议骨架，但服务市场仍未形成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8C74-4B3D-42AF-BB60-1849D87F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1C96-B7D4-458D-A3AF-0DF46570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C88F-402D-489D-9925-7569023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7BE6-9743-4CD7-80F5-744BE59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节点身份与签名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Registry 与 Relay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WorkOrder / WorkResult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内容哈希与来源证明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加密消息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 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59879-D594-4853-9290-29BB2445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624E2-C947-4249-96B5-8BBA50A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已有原型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1717B-4A48-4FDF-8483-1A4AE7A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Signal50 异步任务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net.egress MVP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LLM Stub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图片 Stub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Embedding Stub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Services 页面骨架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E2655-2D4A-47CA-AE20-AE0D94A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7A882-ECC0-478F-8F93-EDC3C70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9F988-1F4E-4198-882A-8317B93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ServicePackage 协议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审核与包目录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任务租约与争议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加密大文件协议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正式结算闭环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首个公开可用服务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B4828-D582-4F91-8AAA-DC2CCEF3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结论：现在有“服务交易骨架”，还没有“普通用户可稳定购买的正式服务”。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B4A62-3AE3-4997-823D-6C21591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BEA5-14C6-421F-93DF-77DC452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33370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8B1B22-07CC-42AC-B9EC-146A5B9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当前服务实现：两个专用MVP，三个协议演示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A5EA9-F795-4405-8A42-E21F53B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12604-7F72-4945-BE42-A808DA47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6084-EF4B-4AD9-8FA1-6FDBB6AC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38EB0-C48A-4749-B7D1-D835850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81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DDF81-A4C1-4E66-BB62-5D0038C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实际含义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8A718-5ABD-45D9-8C11-691E714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signal50.veo_motion.v1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6F652-CB6B-432E-A2B3-05C90F81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25CE9-4ED0-4914-BEF0-3B638E9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专用异步原型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313EB-FC00-4EA8-894E-D838D62C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真实执行，但依赖 Signal50 / 浏览器环境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20685-0B1E-43B7-B089-BFDABAA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36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08D3E-030B-43CD-88E1-28D7321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1087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61EC-46E2-4101-8ED9-5F72DC8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net.egress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6D511-150F-435F-B07F-FABAE48E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A85BF-F2C7-4165-A74A-8A805CD0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功能性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338E-1B35-48EC-9475-DEC8F8D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86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能开网络出口会话；授权和结算仍简化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1E46D-D9C1-47A6-AE74-50B0B13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31E0C-57D7-4469-B747-3F82F48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rynmesh.llm.complete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A0B0E-B972-4F06-AC45-EBD8E82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61F66-F98D-4CB7-B72D-803E24C0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D3CD9-D3F0-434F-B6DB-D948C68B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确定性测试文本，不是真模型服务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7CB32-9305-40CC-A893-2778FD6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12376-2009-41AC-B57E-6D60B29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50087-45E0-4228-B882-C29DF69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rynmesh.image.generate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75C41-4B87-4656-83D4-9EB38E14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F83C5-1BB1-474D-8862-83D1AAA6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C79E7-D0E0-4345-8081-9B6505F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生成测试渐变图，不是扩散模型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D1272-AFA4-43AB-8B9F-FAB4CD68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5643C-357D-4353-A35F-992BEA7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rynmesh.embedding.compute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01B91-3882-4322-B593-732C73C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743D6-518B-4744-B7B1-E776A79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FE7C2-741B-490B-A567-DD6C24D8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生成哈希向量，不是模型 Embedding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7F970-704F-4220-8F35-D73F33F5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4C3FD-EF19-41B3-A0A5-463E14A5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FF618-3C49-496D-B0DC-7770037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2026-08-19实时检查：rynmesh-main 最近24小时 1个节点、0条服务容量记录。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42B96-CCB2-400A-82D4-8C7B62B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EF952C-A00F-4284-870B-6BA2E08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833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776645-9A48-4CCE-B3DB-0767D77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已经写入计划的服务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3837F-A051-4124-AEF8-FDE652F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先完成通用底座，再逐个把服务从原型升级为正式交付。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FCA8-47F4-408B-9A00-2833ED3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FAECF-9C9F-4543-B049-D673CE92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正式计划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59852-2804-48F9-899A-DF9ECD9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EEFA-4EB9-42DA-A9AD-E276C8F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 · media.transcode.v1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737FA-EABA-4D5E-BC23-BBBF242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704B7-2D12-4820-AB87-D36A3B1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4090视频生成  · video.generate.v1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4DD8C-D909-4366-BECA-C8AFD06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504A9-5695-48B6-837D-BA50B314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加密临时存储  · artifact.hold.v1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F5A8F-AA18-439B-93E5-3ADAEC46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1154-8F5B-4F2B-BAFA-2F6455E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录音转文字  · audio.transcribe.v1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E2110-62FE-4F75-949E-FBB8B7B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9A919-F2AE-48DD-9243-E733965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Blender渲染  · render.blender.v1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57C95-36D4-4061-AC9A-B3D7070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FB309-0544-4AD8-A35D-0E312566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文档OCR  · document.ocr.v1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0E645-DB86-4425-BB16-AF3C935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10DAC-B888-4493-8DD7-A48BACE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已有方向，待升级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CB23C-BDF1-462A-B8C2-D3A087A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8A3F1-49EB-40AA-8A01-2BA2B185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 · net.egress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666B3-1E3C-4867-A886-3757A8DA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5DCC6-D60B-4DD3-8011-DE5239F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本地LLM生成  · llm.complete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EBB0A-83C4-4B78-AFA1-DCDB988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4DCE5-53BF-4857-A90F-0856526E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图片生成  · image.generate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D8F69-3801-43E6-8BA0-5FCF4ADE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7BD35-3BD7-4F9A-B946-21B83D0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Embedding批处理  · embedding.compute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B453B-8D1F-4A6D-9174-CB492E5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730D6-4779-4769-893E-FD6FFEF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Signal50 Veo  · 专用流程保留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3257F-A4BB-4523-A7EA-331BDD47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66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CE87E-8F2B-4A60-B5A3-B801B748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86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这些名称存在，不代表已经可对外售卖。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E2DEC-91B5-4291-9433-ADDAE92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29C7B-CF2A-443E-B627-7ABA3F7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4017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0CADC9-11FF-4F86-A074-760CFF08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建议加入计划：先吸引普通用户，再放大节点价值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EF89-CDAB-4113-845B-2E145E8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7D4B5-CD1F-42AF-AF87-2F5B2D0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2481-44B4-409D-A09B-1F40D4B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首发高频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03746-8275-4751-8BEA-4FA7D8A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网页变化监控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网页截图 / PDF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多地区网站检测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加密文件快传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0DED5-3A63-4214-B81A-9ED940A3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825AE-5FA3-482F-B5F8-EC40F995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网络增强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BE049-E4A6-4E07-AF1F-7732110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加密备份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公共文件代取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内容采集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网络质量测量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DD8EB-4061-4DAD-8F08-53EB3AE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8BF3-DA0C-438A-AFE6-A24B525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专业工具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D5D89-7D72-46D2-AB8C-EF5A40E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图片增强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字幕处理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音频增强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内容存在性证明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35746-C801-4161-8947-3ADC069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优先推荐：web.watch + web.capture + site.probe + file.send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FA41D-67F5-4031-BE08-60E43B5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5B7AA-EB25-4F08-B4CF-B131160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57436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B642C-186F-41BB-ACFD-5112F36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前端可以有很多服务，底层只维护六个官方服务包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EE5B-0173-4153-A615-9D8BEC0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12F3-81D8-4CA9-9C4C-D2A64E5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3B16-C290-413A-B0F4-DCE89AD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Browser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9B09-96FE-4D32-A3FD-229DE25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621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1C1C-409A-43D3-9B91-DA0C5C6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网页监控 · 截图/PDF · 多地区检测 · 内容采集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ABF3-BD5F-47FD-8FE1-9EC829B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050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8A3D-2B09-4F8B-859A-1044495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6FD4A-DA31-435D-A5F2-1248598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Media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7E134-9087-4FE4-9D4F-3675EB3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AB824-9883-4C65-AFF7-CA2299D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· 压缩 · 字幕 · 缩略图 · 音频提取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94B6-1DDE-424A-8859-12508FF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717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238DA-C15C-49DE-9371-40DF6DE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29285-6E8C-4439-BC24-E50C683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Storage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90141-C78B-42CD-9C86-AF560BF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8A2A0-6906-4163-80C4-4F0CA51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文件快传 · 临时存储 · 加密备份 · 任务结果中转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427B3-23DB-4E4A-89B7-8F91837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385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BA359-8352-49AB-84FA-DDEDC12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7A936-DD5A-4AEF-A17D-AE245DC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GPU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845E3-ACC4-42A1-8C04-42B0E689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623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422A-4D57-4642-919F-1523E7E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视频生成 · 图片增强 · 视频增强 · Blender渲染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8C3A-0BC4-4EDC-BBD9-1B3C42E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052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D3DB2-8671-4679-8B90-2F956BF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758CC-B792-4450-9357-8577666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Network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EBC81-E0EF-44D2-8FE0-2224274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291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82C46-83DA-4FBE-9C12-C01D4F8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· 文件代取 · 地区探测 · 网络测量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41901-B1CA-4A90-871C-DA57ECA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51D90-B3F5-4A12-B6F2-D0F803E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90CE5-0D11-43E4-8737-62B55A4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/ Data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ED7AE-F189-45E6-9BB6-7DC48BB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958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FE451-564C-4A03-919B-F07ADCD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911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 · Embedding · OCR · 数据批处理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58D0D-6976-48F9-848A-660A7D2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BDDF9-5EFD-4CFD-BDF3-A84C0DC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服务包负责安全边界；一个包可以公开多个固定 Capability。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0B589-842A-453B-882C-EE3E53F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5250C-D075-48B1-A8F9-3FA7D1B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9161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8AAE83-7142-486A-B0DA-2CC7018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下一步：先跑通一条完整服务闭环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0FCBB-939B-4F3B-AF98-FF9F4D9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8929-874E-4A5F-9E71-780F82D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0D41B-4960-4C04-B396-15A60A5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005C4-B457-430C-8F32-5D9AFE5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880DF-EBD7-44C2-970D-DB34499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99BA-4ADC-45BF-8B27-DAD1415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P0 · 服务底座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7905-A0E0-4C49-B8A0-649E5344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ServicePackage / 审核 / 签名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ServiceOffer / 租约 / 幂等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加密文件中转 / Credits验收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87F76-FE9B-47AB-A71B-1253D7FA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BC3E-5C6C-4E60-9EE5-CA60DFF1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P1 · 首个正式服务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F9C4D-62C8-432F-A6E9-ECA69774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web.watch 或 media.transcode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官方节点兜底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两端UI + 失败重试 + 清理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83689-C5B3-44AB-B90A-5155ED74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04694-6275-4A9C-AFF3-B37B73F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P2 · 4090旗舰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94C6F-DAC4-46FB-AB7D-BD38F683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video.generate.v1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独占GPU + 固定模型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加密结果 + 删除回执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7DB51-4A23-4A22-9CBB-C29BDDF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AECED-35E7-4458-8268-A42B042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P3 · 私有Beta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56E90-C31C-4398-BFCF-B660DCC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朋友 / 企业 / 官方节点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扩展服务包目录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可靠性与争议机制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08D88-C1EF-4300-A899-6195591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123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61E75-A491-466B-A9B5-93B10CEB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EEFF"/>
                </a:solidFill>
                <a:latin typeface="Microsoft YaHei"/>
                <a:ea typeface="Microsoft YaHei"/>
                <a:cs typeface="Microsoft YaHei"/>
              </a:rPr>
              <a:t>建议立即批准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2F706-F988-47FF-BD73-7BE430C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0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服务包与审核协议   ② 加密订单与中转   ③ 首个可用服务   ④ 4090旗舰验证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3FD31-5007-429F-828F-1720651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目标：让陌生用户第一次完成“选服务 → 下单 → 得到结果 → 验收 → 结算”。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25254-79E1-4D8F-8C45-B6DE15A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5728-A609-4EA7-AF7F-1A6DBD3C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028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2026-08-19T16:06:07.4080000Z</dcterms:created>
  <dcterms:modified xsi:type="dcterms:W3CDTF">2026-08-19T16:06:07.4080000Z</dcterms:modified>
</coreProperties>
</file>