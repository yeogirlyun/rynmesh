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f31358713242c6" /><Relationship Type="http://schemas.openxmlformats.org/officeDocument/2006/relationships/extended-properties" Target="/docProps/app.xml" Id="R27af3278784e4cfb" /><Relationship Type="http://schemas.openxmlformats.org/officeDocument/2006/relationships/officeDocument" Target="/ppt/presentation.xml" Id="R08603562dc664a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f56195eb0949c1"/>
  </p:sldMasterIdLst>
  <p:notesMasterIdLst>
    <p:notesMasterId xmlns:r="http://schemas.openxmlformats.org/officeDocument/2006/relationships" r:id="R32a204605ea64f6e"/>
  </p:notesMasterIdLst>
  <p:sldIdLst>
    <p:sldId xmlns:r="http://schemas.openxmlformats.org/officeDocument/2006/relationships" id="256" r:id="R3ac6c9009011459a"/>
    <p:sldId xmlns:r="http://schemas.openxmlformats.org/officeDocument/2006/relationships" id="257" r:id="R185bc55277294364"/>
    <p:sldId xmlns:r="http://schemas.openxmlformats.org/officeDocument/2006/relationships" id="258" r:id="R264d45d48a0f4b6a"/>
    <p:sldId xmlns:r="http://schemas.openxmlformats.org/officeDocument/2006/relationships" id="259" r:id="R8b38bd3e9fb648b4"/>
    <p:sldId xmlns:r="http://schemas.openxmlformats.org/officeDocument/2006/relationships" id="260" r:id="Rf335cb5e13334d7e"/>
    <p:sldId xmlns:r="http://schemas.openxmlformats.org/officeDocument/2006/relationships" id="261" r:id="R8d06f7110f704b63"/>
    <p:sldId xmlns:r="http://schemas.openxmlformats.org/officeDocument/2006/relationships" id="262" r:id="R3ffc45c9b3124d6b"/>
    <p:sldId xmlns:r="http://schemas.openxmlformats.org/officeDocument/2006/relationships" id="263" r:id="R7296f7d1a3864236"/>
    <p:sldId xmlns:r="http://schemas.openxmlformats.org/officeDocument/2006/relationships" id="264" r:id="R006ed15ab0894239"/>
    <p:sldId xmlns:r="http://schemas.openxmlformats.org/officeDocument/2006/relationships" id="265" r:id="R12998cf2fb7043b8"/>
    <p:sldId xmlns:r="http://schemas.openxmlformats.org/officeDocument/2006/relationships" id="266" r:id="R486af8ec79ca48ca"/>
    <p:sldId xmlns:r="http://schemas.openxmlformats.org/officeDocument/2006/relationships" id="267" r:id="Rbb1b00a1eb324e6f"/>
    <p:sldId xmlns:r="http://schemas.openxmlformats.org/officeDocument/2006/relationships" id="268" r:id="R6aed8d54303b4ec1"/>
    <p:sldId xmlns:r="http://schemas.openxmlformats.org/officeDocument/2006/relationships" id="269" r:id="R42ee3e5af514426d"/>
    <p:sldId xmlns:r="http://schemas.openxmlformats.org/officeDocument/2006/relationships" id="270" r:id="R2358230ca2d04d5c"/>
    <p:sldId xmlns:r="http://schemas.openxmlformats.org/officeDocument/2006/relationships" id="271" r:id="Rd6a42d33fe8a4e85"/>
    <p:sldId xmlns:r="http://schemas.openxmlformats.org/officeDocument/2006/relationships" id="272" r:id="Ra116c646974d40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347e087e094f6b" /><Relationship Type="http://schemas.openxmlformats.org/officeDocument/2006/relationships/slideMaster" Target="/ppt/slideMasters/slideMaster1.xml" Id="R6cf56195eb0949c1" /><Relationship Type="http://schemas.openxmlformats.org/officeDocument/2006/relationships/notesMaster" Target="/ppt/notesMasters/notesMaster1.xml" Id="R32a204605ea64f6e" /><Relationship Type="http://schemas.openxmlformats.org/officeDocument/2006/relationships/presProps" Target="/ppt/presProps.xml" Id="R901107034c33471a" /><Relationship Type="http://schemas.openxmlformats.org/officeDocument/2006/relationships/tableStyles" Target="/ppt/tableStyles.xml" Id="Rd9d52931f52f4212" /><Relationship Type="http://schemas.openxmlformats.org/officeDocument/2006/relationships/slide" Target="/ppt/slides/slide1.xml" Id="R3ac6c9009011459a" /><Relationship Type="http://schemas.openxmlformats.org/officeDocument/2006/relationships/slide" Target="/ppt/slides/slide2.xml" Id="R185bc55277294364" /><Relationship Type="http://schemas.openxmlformats.org/officeDocument/2006/relationships/slide" Target="/ppt/slides/slide3.xml" Id="R264d45d48a0f4b6a" /><Relationship Type="http://schemas.openxmlformats.org/officeDocument/2006/relationships/slide" Target="/ppt/slides/slide4.xml" Id="R8b38bd3e9fb648b4" /><Relationship Type="http://schemas.openxmlformats.org/officeDocument/2006/relationships/slide" Target="/ppt/slides/slide5.xml" Id="Rf335cb5e13334d7e" /><Relationship Type="http://schemas.openxmlformats.org/officeDocument/2006/relationships/slide" Target="/ppt/slides/slide6.xml" Id="R8d06f7110f704b63" /><Relationship Type="http://schemas.openxmlformats.org/officeDocument/2006/relationships/slide" Target="/ppt/slides/slide7.xml" Id="R3ffc45c9b3124d6b" /><Relationship Type="http://schemas.openxmlformats.org/officeDocument/2006/relationships/slide" Target="/ppt/slides/slide8.xml" Id="R7296f7d1a3864236" /><Relationship Type="http://schemas.openxmlformats.org/officeDocument/2006/relationships/slide" Target="/ppt/slides/slide9.xml" Id="R006ed15ab0894239" /><Relationship Type="http://schemas.openxmlformats.org/officeDocument/2006/relationships/slide" Target="/ppt/slides/slide10.xml" Id="R12998cf2fb7043b8" /><Relationship Type="http://schemas.openxmlformats.org/officeDocument/2006/relationships/slide" Target="/ppt/slides/slide11.xml" Id="R486af8ec79ca48ca" /><Relationship Type="http://schemas.openxmlformats.org/officeDocument/2006/relationships/slide" Target="/ppt/slides/slide12.xml" Id="Rbb1b00a1eb324e6f" /><Relationship Type="http://schemas.openxmlformats.org/officeDocument/2006/relationships/slide" Target="/ppt/slides/slide13.xml" Id="R6aed8d54303b4ec1" /><Relationship Type="http://schemas.openxmlformats.org/officeDocument/2006/relationships/slide" Target="/ppt/slides/slide14.xml" Id="R42ee3e5af514426d" /><Relationship Type="http://schemas.openxmlformats.org/officeDocument/2006/relationships/slide" Target="/ppt/slides/slide15.xml" Id="R2358230ca2d04d5c" /><Relationship Type="http://schemas.openxmlformats.org/officeDocument/2006/relationships/slide" Target="/ppt/slides/slide16.xml" Id="Rd6a42d33fe8a4e85" /><Relationship Type="http://schemas.openxmlformats.org/officeDocument/2006/relationships/slide" Target="/ppt/slides/slide17.xml" Id="Ra116c646974d40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97e185044442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36d335661a4ef4" /><Relationship Type="http://schemas.openxmlformats.org/officeDocument/2006/relationships/notesMaster" Target="/ppt/notesMasters/notesMaster1.xml" Id="Rc525a1517f2345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0ba7c3d35d4d52" /><Relationship Type="http://schemas.openxmlformats.org/officeDocument/2006/relationships/notesMaster" Target="/ppt/notesMasters/notesMaster1.xml" Id="R44872f91807141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d7bbb77329432c" /><Relationship Type="http://schemas.openxmlformats.org/officeDocument/2006/relationships/notesMaster" Target="/ppt/notesMasters/notesMaster1.xml" Id="R5c775588df2648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b083b5623d4220" /><Relationship Type="http://schemas.openxmlformats.org/officeDocument/2006/relationships/notesMaster" Target="/ppt/notesMasters/notesMaster1.xml" Id="R614d15b1d0f74d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888a803045443b" /><Relationship Type="http://schemas.openxmlformats.org/officeDocument/2006/relationships/notesMaster" Target="/ppt/notesMasters/notesMaster1.xml" Id="R176fd9698f5942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4a8bd49da7401c" /><Relationship Type="http://schemas.openxmlformats.org/officeDocument/2006/relationships/notesMaster" Target="/ppt/notesMasters/notesMaster1.xml" Id="R4285bee7d3cf45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277855900a452b" /><Relationship Type="http://schemas.openxmlformats.org/officeDocument/2006/relationships/notesMaster" Target="/ppt/notesMasters/notesMaster1.xml" Id="Rc123ac8baa2e4c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c95f0c82f04ed8" /><Relationship Type="http://schemas.openxmlformats.org/officeDocument/2006/relationships/notesMaster" Target="/ppt/notesMasters/notesMaster1.xml" Id="R5adf115b2dc941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a4b0c881f640f6" /><Relationship Type="http://schemas.openxmlformats.org/officeDocument/2006/relationships/notesMaster" Target="/ppt/notesMasters/notesMaster1.xml" Id="R36801f367b0a44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5dc1cc1eb741fd" /><Relationship Type="http://schemas.openxmlformats.org/officeDocument/2006/relationships/notesMaster" Target="/ppt/notesMasters/notesMaster1.xml" Id="Rede8f3ea597b48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1e35aee6f24561" /><Relationship Type="http://schemas.openxmlformats.org/officeDocument/2006/relationships/notesMaster" Target="/ppt/notesMasters/notesMaster1.xml" Id="R41c69aafdc3844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3a8eebc40c4f9d" /><Relationship Type="http://schemas.openxmlformats.org/officeDocument/2006/relationships/notesMaster" Target="/ppt/notesMasters/notesMaster1.xml" Id="Rd155dfd67b204b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402f7b6a344656" /><Relationship Type="http://schemas.openxmlformats.org/officeDocument/2006/relationships/notesMaster" Target="/ppt/notesMasters/notesMaster1.xml" Id="R8e5ef621ff5148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8c5dd1ce45461a" /><Relationship Type="http://schemas.openxmlformats.org/officeDocument/2006/relationships/notesMaster" Target="/ppt/notesMasters/notesMaster1.xml" Id="R1f0925edbe2445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7a2bc699e14125" /><Relationship Type="http://schemas.openxmlformats.org/officeDocument/2006/relationships/notesMaster" Target="/ppt/notesMasters/notesMaster1.xml" Id="R271557249e444e7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656600dff548db" /><Relationship Type="http://schemas.openxmlformats.org/officeDocument/2006/relationships/notesMaster" Target="/ppt/notesMasters/notesMaster1.xml" Id="R46564812fa2c4d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f161ac6956844a5" /><Relationship Type="http://schemas.openxmlformats.org/officeDocument/2006/relationships/notesMaster" Target="/ppt/notesMasters/notesMaster1.xml" Id="R6c0285c3927c4b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D:/code/rynmesh/docs/RYNMESH_VISION.md</a:t>
            </a:r>
          </a:p>
          <a:p xmlns:a="http://schemas.openxmlformats.org/drawingml/2006/main">
            <a:r>
              <a:t>- D:/code/rynmesh/docs/RYNMESH_SERVICES.md</a:t>
            </a:r>
          </a:p>
          <a:p xmlns:a="http://schemas.openxmlformats.org/drawingml/2006/main">
            <a:r>
              <a:t>- D:/code/rynmesh/docs/PRODUCT_MILESTONES.md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D:/code/rynmesh/README.md</a:t>
            </a:r>
          </a:p>
          <a:p xmlns:a="http://schemas.openxmlformats.org/drawingml/2006/main">
            <a:r>
              <a:t>- D:/code/rynmesh/LICENSE</a:t>
            </a:r>
          </a:p>
          <a:p xmlns:a="http://schemas.openxmlformats.org/drawingml/2006/main">
            <a:r>
              <a:t>- D:/code/rynmesh/docs/RYNMESH_VISION.md</a:t>
            </a:r>
          </a:p>
          <a:p xmlns:a="http://schemas.openxmlformats.org/drawingml/2006/main">
            <a:r>
              <a:t>- D:/code/rynmesh/docs/RYNMESH_SERVICES.md</a:t>
            </a:r>
          </a:p>
          <a:p xmlns:a="http://schemas.openxmlformats.org/drawingml/2006/main">
            <a:r>
              <a:t>- Project-owner direction: node-only compute, relay, transport and storage data plane.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D:/code/rynmesh/README.md</a:t>
            </a:r>
          </a:p>
          <a:p xmlns:a="http://schemas.openxmlformats.org/drawingml/2006/main">
            <a:r>
              <a:t>- D:/code/rynmesh/LICENSE</a:t>
            </a:r>
          </a:p>
          <a:p xmlns:a="http://schemas.openxmlformats.org/drawingml/2006/main">
            <a:r>
              <a:t>- D:/code/rynmesh/docs/RYNMESH_VISION.md</a:t>
            </a:r>
          </a:p>
          <a:p xmlns:a="http://schemas.openxmlformats.org/drawingml/2006/main">
            <a:r>
              <a:t>- D:/code/rynmesh/docs/RYNMESH_SERVICES.md</a:t>
            </a:r>
          </a:p>
          <a:p xmlns:a="http://schemas.openxmlformats.org/drawingml/2006/main">
            <a:r>
              <a:t>- Project-owner direction: node-only compute, relay, transport and storage data plane.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D:/code/rynmesh/docs/RYNMESH_VISION.md:175</a:t>
            </a:r>
          </a:p>
          <a:p xmlns:a="http://schemas.openxmlformats.org/drawingml/2006/main">
            <a:r>
              <a:t>- D:/code/rynmesh/docs/RYNMESH_SERVICES.md:70</a:t>
            </a:r>
          </a:p>
          <a:p xmlns:a="http://schemas.openxmlformats.org/drawingml/2006/main">
            <a:r>
              <a:t>- D:/code/rynmesh/rynmesh/jobs.py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D:/code/rynmesh/README.md</a:t>
            </a:r>
          </a:p>
          <a:p xmlns:a="http://schemas.openxmlformats.org/drawingml/2006/main">
            <a:r>
              <a:t>- D:/code/rynmesh/LICENSE</a:t>
            </a:r>
          </a:p>
          <a:p xmlns:a="http://schemas.openxmlformats.org/drawingml/2006/main">
            <a:r>
              <a:t>- D:/code/rynmesh/docs/RYNMESH_VISION.md</a:t>
            </a:r>
          </a:p>
          <a:p xmlns:a="http://schemas.openxmlformats.org/drawingml/2006/main">
            <a:r>
              <a:t>- D:/code/rynmesh/docs/RYNMESH_SERVICES.md</a:t>
            </a:r>
          </a:p>
          <a:p xmlns:a="http://schemas.openxmlformats.org/drawingml/2006/main">
            <a:r>
              <a:t>- Project-owner direction: node-only compute, relay, transport and storage data plane.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D:/code/rynmesh/CONTRIBUTING.md:107</a:t>
            </a:r>
          </a:p>
          <a:p xmlns:a="http://schemas.openxmlformats.org/drawingml/2006/main">
            <a:r>
              <a:t>- D:/code/rynmesh/CONTRIBUTING.md:155</a:t>
            </a:r>
          </a:p>
          <a:p xmlns:a="http://schemas.openxmlformats.org/drawingml/2006/main">
            <a:r>
              <a:t>- D:/code/rynmesh/docs/RYNMESH_SERVICES.md:49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D:/code/rynmesh/README.md</a:t>
            </a:r>
          </a:p>
          <a:p xmlns:a="http://schemas.openxmlformats.org/drawingml/2006/main">
            <a:r>
              <a:t>- D:/code/rynmesh/LICENSE</a:t>
            </a:r>
          </a:p>
          <a:p xmlns:a="http://schemas.openxmlformats.org/drawingml/2006/main">
            <a:r>
              <a:t>- D:/code/rynmesh/docs/RYNMESH_VISION.md</a:t>
            </a:r>
          </a:p>
          <a:p xmlns:a="http://schemas.openxmlformats.org/drawingml/2006/main">
            <a:r>
              <a:t>- D:/code/rynmesh/docs/RYNMESH_SERVICES.md</a:t>
            </a:r>
          </a:p>
          <a:p xmlns:a="http://schemas.openxmlformats.org/drawingml/2006/main">
            <a:r>
              <a:t>- Project-owner direction: node-only compute, relay, transport and storage data plane.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D:/code/rynmesh/README.md</a:t>
            </a:r>
          </a:p>
          <a:p xmlns:a="http://schemas.openxmlformats.org/drawingml/2006/main">
            <a:r>
              <a:t>- D:/code/rynmesh/LICENSE</a:t>
            </a:r>
          </a:p>
          <a:p xmlns:a="http://schemas.openxmlformats.org/drawingml/2006/main">
            <a:r>
              <a:t>- D:/code/rynmesh/docs/RYNMESH_VISION.md</a:t>
            </a:r>
          </a:p>
          <a:p xmlns:a="http://schemas.openxmlformats.org/drawingml/2006/main">
            <a:r>
              <a:t>- D:/code/rynmesh/docs/RYNMESH_SERVICES.md</a:t>
            </a:r>
          </a:p>
          <a:p xmlns:a="http://schemas.openxmlformats.org/drawingml/2006/main">
            <a:r>
              <a:t>- Project-owner direction: node-only compute, relay, transport and storage data plane.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D:/code/rynmesh/README.md</a:t>
            </a:r>
          </a:p>
          <a:p xmlns:a="http://schemas.openxmlformats.org/drawingml/2006/main">
            <a:r>
              <a:t>- D:/code/rynmesh/LICENSE</a:t>
            </a:r>
          </a:p>
          <a:p xmlns:a="http://schemas.openxmlformats.org/drawingml/2006/main">
            <a:r>
              <a:t>- D:/code/rynmesh/docs/RYNMESH_VISION.md</a:t>
            </a:r>
          </a:p>
          <a:p xmlns:a="http://schemas.openxmlformats.org/drawingml/2006/main">
            <a:r>
              <a:t>- D:/code/rynmesh/docs/RYNMESH_SERVICES.md</a:t>
            </a:r>
          </a:p>
          <a:p xmlns:a="http://schemas.openxmlformats.org/drawingml/2006/main">
            <a:r>
              <a:t>- Project-owner direction: node-only compute, relay, transport and storage data plane.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D:/code/rynmesh/README.md</a:t>
            </a:r>
          </a:p>
          <a:p xmlns:a="http://schemas.openxmlformats.org/drawingml/2006/main">
            <a:r>
              <a:t>- D:/code/rynmesh/LICENSE</a:t>
            </a:r>
          </a:p>
          <a:p xmlns:a="http://schemas.openxmlformats.org/drawingml/2006/main">
            <a:r>
              <a:t>- D:/code/rynmesh/docs/RYNMESH_VISION.md</a:t>
            </a:r>
          </a:p>
          <a:p xmlns:a="http://schemas.openxmlformats.org/drawingml/2006/main">
            <a:r>
              <a:t>- D:/code/rynmesh/docs/RYNMESH_SERVICES.md</a:t>
            </a:r>
          </a:p>
          <a:p xmlns:a="http://schemas.openxmlformats.org/drawingml/2006/main">
            <a:r>
              <a:t>- Project-owner direction: node-only compute, relay, transport and storage data plane.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D:/code/rynmesh/README.md</a:t>
            </a:r>
          </a:p>
          <a:p xmlns:a="http://schemas.openxmlformats.org/drawingml/2006/main">
            <a:r>
              <a:t>- D:/code/rynmesh/LICENSE</a:t>
            </a:r>
          </a:p>
          <a:p xmlns:a="http://schemas.openxmlformats.org/drawingml/2006/main">
            <a:r>
              <a:t>- D:/code/rynmesh/docs/RYNMESH_VISION.md</a:t>
            </a:r>
          </a:p>
          <a:p xmlns:a="http://schemas.openxmlformats.org/drawingml/2006/main">
            <a:r>
              <a:t>- D:/code/rynmesh/docs/RYNMESH_SERVICES.md</a:t>
            </a:r>
          </a:p>
          <a:p xmlns:a="http://schemas.openxmlformats.org/drawingml/2006/main">
            <a:r>
              <a:t>- Project-owner direction: node-only compute, relay, transport and storage data plane.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D:/code/rynmesh/README.md</a:t>
            </a:r>
          </a:p>
          <a:p xmlns:a="http://schemas.openxmlformats.org/drawingml/2006/main">
            <a:r>
              <a:t>- D:/code/rynmesh/LICENSE</a:t>
            </a:r>
          </a:p>
          <a:p xmlns:a="http://schemas.openxmlformats.org/drawingml/2006/main">
            <a:r>
              <a:t>- D:/code/rynmesh/docs/RYNMESH_VISION.md</a:t>
            </a:r>
          </a:p>
          <a:p xmlns:a="http://schemas.openxmlformats.org/drawingml/2006/main">
            <a:r>
              <a:t>- D:/code/rynmesh/docs/RYNMESH_SERVICES.md</a:t>
            </a:r>
          </a:p>
          <a:p xmlns:a="http://schemas.openxmlformats.org/drawingml/2006/main">
            <a:r>
              <a:t>- Project-owner direction: node-only compute, relay, transport and storage data plane.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D:/code/rynmesh/rynmesh/signal50_service.py</a:t>
            </a:r>
          </a:p>
          <a:p xmlns:a="http://schemas.openxmlformats.org/drawingml/2006/main">
            <a:r>
              <a:t>- D:/code/rynmesh/rynmesh/services/net_egress.py</a:t>
            </a:r>
          </a:p>
          <a:p xmlns:a="http://schemas.openxmlformats.org/drawingml/2006/main">
            <a:r>
              <a:t>- D:/code/rynmesh/rynmesh/services/llm.py</a:t>
            </a:r>
          </a:p>
          <a:p xmlns:a="http://schemas.openxmlformats.org/drawingml/2006/main">
            <a:r>
              <a:t>- D:/code/rynmesh/rynmesh/services/image.py</a:t>
            </a:r>
          </a:p>
          <a:p xmlns:a="http://schemas.openxmlformats.org/drawingml/2006/main">
            <a:r>
              <a:t>- D:/code/rynmesh/rynmesh/services/embeddings.py</a:t>
            </a:r>
          </a:p>
          <a:p xmlns:a="http://schemas.openxmlformats.org/drawingml/2006/main">
            <a:r>
              <a:t>- https://registry.rynmesh.ai/health</a:t>
            </a:r>
          </a:p>
          <a:p xmlns:a="http://schemas.openxmlformats.org/drawingml/2006/main">
            <a:r>
              <a:t>- https://registry.rynmesh.ai/api/v1/jobs/capacity?network_id=rynmesh-main&amp;max_age_hours=24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D:/code/rynmesh/README.md</a:t>
            </a:r>
          </a:p>
          <a:p xmlns:a="http://schemas.openxmlformats.org/drawingml/2006/main">
            <a:r>
              <a:t>- D:/code/rynmesh/LICENSE</a:t>
            </a:r>
          </a:p>
          <a:p xmlns:a="http://schemas.openxmlformats.org/drawingml/2006/main">
            <a:r>
              <a:t>- D:/code/rynmesh/docs/RYNMESH_VISION.md</a:t>
            </a:r>
          </a:p>
          <a:p xmlns:a="http://schemas.openxmlformats.org/drawingml/2006/main">
            <a:r>
              <a:t>- D:/code/rynmesh/docs/RYNMESH_SERVICES.md</a:t>
            </a:r>
          </a:p>
          <a:p xmlns:a="http://schemas.openxmlformats.org/drawingml/2006/main">
            <a:r>
              <a:t>- Project-owner direction: node-only compute, relay, transport and storage data plane.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D:/code/rynmesh/docs/RYNMESH_SERVICES.md:219</a:t>
            </a:r>
          </a:p>
          <a:p xmlns:a="http://schemas.openxmlformats.org/drawingml/2006/main">
            <a:r>
              <a:t>- Recommendation developed from the repository's existing Page Watcher, relay, peer, media, and service primitives.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D:/code/rynmesh/README.md</a:t>
            </a:r>
          </a:p>
          <a:p xmlns:a="http://schemas.openxmlformats.org/drawingml/2006/main">
            <a:r>
              <a:t>- D:/code/rynmesh/LICENSE</a:t>
            </a:r>
          </a:p>
          <a:p xmlns:a="http://schemas.openxmlformats.org/drawingml/2006/main">
            <a:r>
              <a:t>- D:/code/rynmesh/docs/RYNMESH_VISION.md</a:t>
            </a:r>
          </a:p>
          <a:p xmlns:a="http://schemas.openxmlformats.org/drawingml/2006/main">
            <a:r>
              <a:t>- D:/code/rynmesh/docs/RYNMESH_SERVICES.md</a:t>
            </a:r>
          </a:p>
          <a:p xmlns:a="http://schemas.openxmlformats.org/drawingml/2006/main">
            <a:r>
              <a:t>- Project-owner direction: node-only compute, relay, transport and storage data plane.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D:/code/rynmesh/README.md</a:t>
            </a:r>
          </a:p>
          <a:p xmlns:a="http://schemas.openxmlformats.org/drawingml/2006/main">
            <a:r>
              <a:t>- D:/code/rynmesh/LICENSE</a:t>
            </a:r>
          </a:p>
          <a:p xmlns:a="http://schemas.openxmlformats.org/drawingml/2006/main">
            <a:r>
              <a:t>- D:/code/rynmesh/docs/RYNMESH_VISION.md</a:t>
            </a:r>
          </a:p>
          <a:p xmlns:a="http://schemas.openxmlformats.org/drawingml/2006/main">
            <a:r>
              <a:t>- D:/code/rynmesh/docs/RYNMESH_SERVICES.md</a:t>
            </a:r>
          </a:p>
          <a:p xmlns:a="http://schemas.openxmlformats.org/drawingml/2006/main">
            <a:r>
              <a:t>- Project-owner direction: node-only compute, relay, transport and storage data plane.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9bd4706d241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c2818e82174df4" /><Relationship Type="http://schemas.openxmlformats.org/officeDocument/2006/relationships/slideLayout" Target="/ppt/slideLayouts/slideLayout1.xml" Id="Reba21db5955e46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a21db5955e46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b9933d5c24602" /><Relationship Type="http://schemas.openxmlformats.org/officeDocument/2006/relationships/notesSlide" Target="/ppt/notesSlides/notesSlide1.xml" Id="R783138d4ac9440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c9690ee874190" /><Relationship Type="http://schemas.openxmlformats.org/officeDocument/2006/relationships/notesSlide" Target="/ppt/notesSlides/notesSlide2.xml" Id="R1a8909f75e654d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c4b5223934b75" /><Relationship Type="http://schemas.openxmlformats.org/officeDocument/2006/relationships/notesSlide" Target="/ppt/notesSlides/notesSlide3.xml" Id="R801481b40b3042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9e49d0269466a" /><Relationship Type="http://schemas.openxmlformats.org/officeDocument/2006/relationships/notesSlide" Target="/ppt/notesSlides/notesSlide4.xml" Id="Rcc8c6b9a4ea049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eeb4ff90c40b8" /><Relationship Type="http://schemas.openxmlformats.org/officeDocument/2006/relationships/notesSlide" Target="/ppt/notesSlides/notesSlide5.xml" Id="Rc2f22265fc864c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d814e3f0c4b6a" /><Relationship Type="http://schemas.openxmlformats.org/officeDocument/2006/relationships/notesSlide" Target="/ppt/notesSlides/notesSlide6.xml" Id="R501c5a86536044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8dd2a03794b0b" /><Relationship Type="http://schemas.openxmlformats.org/officeDocument/2006/relationships/notesSlide" Target="/ppt/notesSlides/notesSlide7.xml" Id="R374c480824664a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157a6cff04675" /><Relationship Type="http://schemas.openxmlformats.org/officeDocument/2006/relationships/notesSlide" Target="/ppt/notesSlides/notesSlide8.xml" Id="Re4c4499ccd2741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975c8b82741ab" /><Relationship Type="http://schemas.openxmlformats.org/officeDocument/2006/relationships/notesSlide" Target="/ppt/notesSlides/notesSlide9.xml" Id="R85c680f902c244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ddaf5f6d444ca" /><Relationship Type="http://schemas.openxmlformats.org/officeDocument/2006/relationships/notesSlide" Target="/ppt/notesSlides/notesSlide10.xml" Id="R068bef0872cb4a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dc7655a2744fa" /><Relationship Type="http://schemas.openxmlformats.org/officeDocument/2006/relationships/notesSlide" Target="/ppt/notesSlides/notesSlide11.xml" Id="Rfffda9b986d84b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b5e83339a4813" /><Relationship Type="http://schemas.openxmlformats.org/officeDocument/2006/relationships/notesSlide" Target="/ppt/notesSlides/notesSlide12.xml" Id="Rc51f747d800246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8334eed8a4188" /><Relationship Type="http://schemas.openxmlformats.org/officeDocument/2006/relationships/notesSlide" Target="/ppt/notesSlides/notesSlide13.xml" Id="R7cc364afd8164c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36ac8b8c84b48" /><Relationship Type="http://schemas.openxmlformats.org/officeDocument/2006/relationships/notesSlide" Target="/ppt/notesSlides/notesSlide14.xml" Id="R0298dfcf2e0c4c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8804e9a9b4224" /><Relationship Type="http://schemas.openxmlformats.org/officeDocument/2006/relationships/notesSlide" Target="/ppt/notesSlides/notesSlide15.xml" Id="Rd59fe04a58f44d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83d7e79824f54" /><Relationship Type="http://schemas.openxmlformats.org/officeDocument/2006/relationships/notesSlide" Target="/ppt/notesSlides/notesSlide16.xml" Id="R87db359676984b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a8727122f43ad" /><Relationship Type="http://schemas.openxmlformats.org/officeDocument/2006/relationships/notesSlide" Target="/ppt/notesSlides/notesSlide17.xml" Id="Ra11f1cfa28164c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FEF75-E2CC-4509-A7E4-548FE071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RYNMESH · PROJECT PLAN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4C52B96A-D7DE-490E-AAB1-83C4584C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685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与服务网络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976D2-7340-44B7-9F7B-22654F3C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节点、官方、用户、服务包与结算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887F4-1B11-41F1-910E-82C0986C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当前状态 · 服务计划 · 下一步路线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144C4-2025-4CAC-AEB4-A96FB404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D9EE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E18FE-A325-49FF-B6E6-82763363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D9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4BD60-8F3B-471B-84E0-B5FE49FF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D9EE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6C277-3448-48F1-B831-337758C8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619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985F1-A56C-4A32-A4BC-9297DFB5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57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9F840-4E54-4F3C-B543-236EF480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24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4DE92-2DE0-4732-9094-F0D016C9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71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67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5448B-235C-4961-B56B-619DE490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572952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81B61A-C6E1-4845-AA56-23725839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一句话：把分散设备变成可交付的服务网络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83CBA-F5A1-4363-B365-9A5E66F0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9BBA1-EF26-44AE-8E1D-937E1EC2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用户不需要懂 GPU、容器或节点。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提出想要的结果，客户端自动发现服务并建立 P2P 连接。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42BED-E4B7-4F3F-8170-16B97EB5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计算、穿透、中继和存储都由节点提供；官方不生成、不转发任务数据。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00F19-14F8-4A72-956C-6B89C4DA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66875"/>
            <a:ext cx="3619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B9EEE-9471-4788-A818-56CF8312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85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4FA0A-19D8-4D6D-8331-669A3681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050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节点本地执行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A2844-4C28-4982-9F79-21E79409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FCB7F-601A-486E-9100-35F8C985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146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NAT 穿透与测链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1DBE9-4391-478E-9AEB-8AA8B638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E4CBC-4561-40FD-9F61-FDCB474B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242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P2P 直连与中继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2629B-150B-4DC3-A434-678EAA6D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38F83-862B-4A73-8A52-35E23736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338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任务余额与信誉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9A831-CC31-4AAF-AD6D-AFF8B5E2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价值不是“在线多少小时”，而是“完成了什么”。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1A7D8-0E66-4C56-968E-57ECEDD2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17151-9F94-4151-B3D8-7B76112E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29548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4D7795-DBAB-408E-AC4D-5C52C1EE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五个角色，共同完成一次服务交付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AF4F0-929A-4CC7-AD48-DB751ACA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官方维护协议；节点提供计算和网络；用户购买结果；数据不经过官方服务器。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B1889-D883-4C61-A056-9098430F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56DC8-280C-4631-A226-5E8C7006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EE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F7AD5-AAF0-4F9D-A422-9256BDF5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6695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EE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32CBD-CE45-4E59-9503-F8569C01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5300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594EC-7038-45A3-B6AA-37734652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5300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EE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7AF8B-2DDC-498A-9F01-08C440FB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67125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FB851-FB0A-453F-8BDD-39386F38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EE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23250-8C2A-44A2-96E7-B6453F81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C44B2-481F-404E-88EA-9B1D46D9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P2P 节点网络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07EFA-0F0B-4FBA-A683-5D82F0D7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289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 · 测链 · 穿透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中继 · 交付 · 回执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31135-5106-406F-AA78-DE20D35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8E381-42F4-441F-97FE-B3D432B6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官方 / 开源社区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3AD56-E987-4A8D-A78B-55CCC887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19325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协议、审核、签名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不提供算力和中继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2D9579-2AC6-4195-A8EA-1EFBF2A1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30FA2-F87E-42A9-BC0B-287914B0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服务开发者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DAD954-0F99-497E-A781-CF5A9154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19325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开发服务包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提交审核与更新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0675F-39FF-44C7-852A-840387AF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76C42-C88C-48F8-A63C-CBE7ABFF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24375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节点提供者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F34A8F-9EB5-48E3-B44A-173F1EF2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授权设备资源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发布服务报价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27C8B2-8678-4B31-87F2-04B395E6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B11F5-6B57-48B5-99CA-DFD93761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24375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服务用户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9A48BC-3ED0-47CD-BD13-DF5C45BB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33950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选择服务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下单、验收结果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8DFBD0-7946-44B0-AD04-62C918CF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6BFFBB-F119-4BFF-A433-03DA56B5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7694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2E7930-4B06-4CFE-9A48-84BAB92E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服务包、服务报价、工作订单是三件不同的事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ABCF7-E09C-4528-A048-A00D234D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9AB18-193E-4B43-9839-6A3DA880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5750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BC758-59C2-4824-86A3-3EF6EC59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7917B-1418-4C6F-ABBD-9088886D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97356-A0EC-4AB2-B73D-F56D1888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20ECE-5512-4FF9-9EEC-74E38A79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服务包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7C74F-F0AF-44B3-AF4A-6AB34E5A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ServicePackage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777B8-2422-49A3-9A14-F24F7353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代码 + 运行环境 + 权限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由官方或开发者制作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164DC-9481-43A3-9FCC-EFCA2397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0E076-8DE9-40E3-A6CB-9292C200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098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42475-3D85-4325-B69C-D54900A4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67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服务报价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5544B-7402-486F-B7D7-B6938C02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ServiceOffer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2C79A-6C49-4734-AEF2-C8DBD969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3855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 + 设备 + 价格 + 时间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由节点用户签名发布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6C3E0-4993-4C9C-A0EC-D7B1DB75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02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B324F-ABA2-4868-98AD-9404098F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098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A846E-FDC5-4C31-A3E3-40078C0C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67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工作订单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6E0CDC-9998-49C6-8AAD-D8AE08A0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43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WorkOrder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8DF97-EF2D-44FA-9E7D-A27E2BB7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3855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一次任务 + 输入 + 预算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由服务用户提交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F33E94-D182-4F0D-9015-8F9A126E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网络发布的是“我能提供什么”，用户购买的是“一次执行结果”。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D202E0-1EE4-4359-95BB-B0D99627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396713-AE12-4A59-A1C2-5947964F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847926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DB642C-186F-41BB-ACFD-5112F36D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前端可以有很多服务，底层只维护六个官方服务包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4EE5B-0173-4153-A615-9D8BEC08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112F3-81D8-4CA9-9C4C-D2A64E57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63B16-C290-413A-B0F4-DCE89AD6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Browser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A9B09-96FE-4D32-A3FD-229DE254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91C1C-409A-43D3-9B91-DA0C5C6B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网页监控 · 截图/PDF · 多地区检测 · 内容采集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3ABF3-BD5F-47FD-8FE1-9EC829BE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E8A3D-2B09-4F8B-859A-10444950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6FD4A-DA31-435D-A5F2-12485986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Media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7E134-9087-4FE4-9D4F-3675EB3B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AB824-9883-4C65-AFF7-CA2299D5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视频转码 · 压缩 · 字幕 · 缩略图 · 音频提取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794B6-1DDE-424A-8859-12508FF5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238DA-C15C-49DE-9371-40DF6DEB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29285-6E8C-4439-BC24-E50C683A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Storage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90141-C78B-42CD-9C86-AF560BF3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8A2A0-6906-4163-80C4-4F0CA512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文件快传 · 临时存储 · 加密备份 · 任务结果中转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427B3-23DB-4E4A-89B7-8F91837C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BA359-8352-49AB-84FA-DDEDC122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7A936-DD5A-4AEF-A17D-AE245DC8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GPU Compute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845E3-ACC4-42A1-8C04-42B0E689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46422A-4D57-4642-919F-1523E7E5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视频生成 · 图片增强 · 视频增强 · Blender渲染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78C3A-0BC4-4EDC-BBD9-1B3C42E4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4D3DB2-8671-4679-8B90-2F956BFF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F758CC-B792-4450-9357-85776660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Network Tools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1EBC81-E0EF-44D2-8FE0-2224274B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082C46-83DA-4FBE-9C12-C01D4F88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网络出口 · 文件代取 · 地区探测 · 网络测量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441901-B1CA-4A90-871C-DA57ECA9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D51D90-B3F5-4A12-B6F2-D0F803E4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A90CE5-0D11-43E4-8737-62B55A46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AI / Data Tools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9ED7AE-F189-45E6-9BB6-7DC48BB9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8FE451-564C-4A03-919B-F07ADCDB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本地LLM · Embedding · OCR · 数据批处理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E58D0D-6976-48F9-848A-660A7D2A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6BDDF9-5EFD-4CFD-BDF3-A84C0DC2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服务包负责安全边界；一个包可以公开多个固定 Capability。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A0B589-842A-453B-882C-EE3E53F5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45250C-D075-48B1-A8F9-3FA7D1B3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7" name="flowchart-white-canvas">
            <a:extLst xmlns:a="http://schemas.openxmlformats.org/drawingml/2006/main">
              <a:ext uri="{FF2B5EF4-FFF2-40B4-BE49-F238E27FC236}">
                <a16:creationId xmlns:a16="http://schemas.microsoft.com/office/drawing/2014/main" id="{EEF9D12F-2551-4C18-A2DC-622F189D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A93A71-D011-49BD-93E3-EAB491E8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34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完整节点流程：官方管规则，节点完成交付</a:t>
            </a:r>
          </a:p>
        </p:txBody>
      </p:sp>
      <p:sp>
        <p:nvSpPr>
          <p:cNvPr id="3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2F70365-DCED-451C-B680-99135ECF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95325"/>
            <a:ext cx="834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rPr>
              <a:t>优先 P2P 直连；直连失败时，自动选择社区中继节点</a:t>
            </a:r>
          </a:p>
        </p:txBody>
      </p:sp>
      <p:sp>
        <p:nvSpPr>
          <p:cNvPr id="40" name="title-rule">
            <a:extLst xmlns:a="http://schemas.openxmlformats.org/drawingml/2006/main">
              <a:ext uri="{FF2B5EF4-FFF2-40B4-BE49-F238E27FC236}">
                <a16:creationId xmlns:a16="http://schemas.microsoft.com/office/drawing/2014/main" id="{37A5A053-AABD-41A5-BD6C-5A93D42F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834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6082"/>
            </a:solidFill>
            <a:prstDash val="solid"/>
          </a:ln>
        </p:spPr>
      </p:sp>
      <p:sp>
        <p:nvSpPr>
          <p:cNvPr id="41" name="stage-1">
            <a:extLst xmlns:a="http://schemas.openxmlformats.org/drawingml/2006/main">
              <a:ext uri="{FF2B5EF4-FFF2-40B4-BE49-F238E27FC236}">
                <a16:creationId xmlns:a16="http://schemas.microsoft.com/office/drawing/2014/main" id="{34D19238-2C96-42AB-B82C-D9B95CF2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133475"/>
            <a:ext cx="105727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 包与协议</a:t>
            </a:r>
          </a:p>
        </p:txBody>
      </p:sp>
      <p:sp>
        <p:nvSpPr>
          <p:cNvPr id="42" name="stage-2">
            <a:extLst xmlns:a="http://schemas.openxmlformats.org/drawingml/2006/main">
              <a:ext uri="{FF2B5EF4-FFF2-40B4-BE49-F238E27FC236}">
                <a16:creationId xmlns:a16="http://schemas.microsoft.com/office/drawing/2014/main" id="{B0F45759-E890-46E2-8986-AB09638E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133475"/>
            <a:ext cx="105727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 节点发现</a:t>
            </a:r>
          </a:p>
        </p:txBody>
      </p:sp>
      <p:sp>
        <p:nvSpPr>
          <p:cNvPr id="43" name="stage-3">
            <a:extLst xmlns:a="http://schemas.openxmlformats.org/drawingml/2006/main">
              <a:ext uri="{FF2B5EF4-FFF2-40B4-BE49-F238E27FC236}">
                <a16:creationId xmlns:a16="http://schemas.microsoft.com/office/drawing/2014/main" id="{2C8B7CBB-2CB3-42D9-B14C-0423D7FD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133475"/>
            <a:ext cx="105727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 下单选路</a:t>
            </a:r>
          </a:p>
        </p:txBody>
      </p:sp>
      <p:sp>
        <p:nvSpPr>
          <p:cNvPr id="44" name="stage-4">
            <a:extLst xmlns:a="http://schemas.openxmlformats.org/drawingml/2006/main">
              <a:ext uri="{FF2B5EF4-FFF2-40B4-BE49-F238E27FC236}">
                <a16:creationId xmlns:a16="http://schemas.microsoft.com/office/drawing/2014/main" id="{E4FED03D-CFA5-434E-9269-61718526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133475"/>
            <a:ext cx="105727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 节点执行</a:t>
            </a:r>
          </a:p>
        </p:txBody>
      </p:sp>
      <p:sp>
        <p:nvSpPr>
          <p:cNvPr id="45" name="stage-5">
            <a:extLst xmlns:a="http://schemas.openxmlformats.org/drawingml/2006/main">
              <a:ext uri="{FF2B5EF4-FFF2-40B4-BE49-F238E27FC236}">
                <a16:creationId xmlns:a16="http://schemas.microsoft.com/office/drawing/2014/main" id="{0366C54C-3626-44BD-9832-6BF78242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133475"/>
            <a:ext cx="105727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 返回验收</a:t>
            </a:r>
          </a:p>
        </p:txBody>
      </p:sp>
      <p:sp>
        <p:nvSpPr>
          <p:cNvPr id="46" name="stage-6">
            <a:extLst xmlns:a="http://schemas.openxmlformats.org/drawingml/2006/main">
              <a:ext uri="{FF2B5EF4-FFF2-40B4-BE49-F238E27FC236}">
                <a16:creationId xmlns:a16="http://schemas.microsoft.com/office/drawing/2014/main" id="{8EE38CC1-E612-4FC3-BCC7-7B50F6F5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133475"/>
            <a:ext cx="105727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 付费与信誉</a:t>
            </a:r>
          </a:p>
        </p:txBody>
      </p:sp>
      <p:sp>
        <p:nvSpPr>
          <p:cNvPr id="47" name="lane-bg-1">
            <a:extLst xmlns:a="http://schemas.openxmlformats.org/drawingml/2006/main">
              <a:ext uri="{FF2B5EF4-FFF2-40B4-BE49-F238E27FC236}">
                <a16:creationId xmlns:a16="http://schemas.microsoft.com/office/drawing/2014/main" id="{35EF616A-06DF-45DB-BA47-B3F9174C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83439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lane-label-1">
            <a:extLst xmlns:a="http://schemas.openxmlformats.org/drawingml/2006/main">
              <a:ext uri="{FF2B5EF4-FFF2-40B4-BE49-F238E27FC236}">
                <a16:creationId xmlns:a16="http://schemas.microsoft.com/office/drawing/2014/main" id="{7BD5DEAC-64BE-4D4C-AF91-9563E419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19250"/>
            <a:ext cx="762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687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rPr>
              <a:t>官方 / 社区</a:t>
            </a:r>
          </a:p>
        </p:txBody>
      </p:sp>
      <p:sp>
        <p:nvSpPr>
          <p:cNvPr id="49" name="lane-1-step-1">
            <a:extLst xmlns:a="http://schemas.openxmlformats.org/drawingml/2006/main">
              <a:ext uri="{FF2B5EF4-FFF2-40B4-BE49-F238E27FC236}">
                <a16:creationId xmlns:a16="http://schemas.microsoft.com/office/drawing/2014/main" id="{3BEC1605-8A56-43E6-84A4-4A0966C3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6192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687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维护开源协议</a:t>
            </a:r>
          </a:p>
        </p:txBody>
      </p:sp>
      <p:sp>
        <p:nvSpPr>
          <p:cNvPr id="50" name="lane-1-step-2">
            <a:extLst xmlns:a="http://schemas.openxmlformats.org/drawingml/2006/main">
              <a:ext uri="{FF2B5EF4-FFF2-40B4-BE49-F238E27FC236}">
                <a16:creationId xmlns:a16="http://schemas.microsoft.com/office/drawing/2014/main" id="{D5BF1536-BE9D-4E10-A9A1-C4E94EA8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192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687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审核 / 签名</a:t>
            </a:r>
          </a:p>
        </p:txBody>
      </p:sp>
      <p:sp>
        <p:nvSpPr>
          <p:cNvPr id="51" name="lane-1-step-3">
            <a:extLst xmlns:a="http://schemas.openxmlformats.org/drawingml/2006/main">
              <a:ext uri="{FF2B5EF4-FFF2-40B4-BE49-F238E27FC236}">
                <a16:creationId xmlns:a16="http://schemas.microsoft.com/office/drawing/2014/main" id="{9F72AE36-C504-4AF9-B922-2435A31F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6192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687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发布服务目录</a:t>
            </a:r>
          </a:p>
        </p:txBody>
      </p:sp>
      <p:sp>
        <p:nvSpPr>
          <p:cNvPr id="52" name="lane-1-step-4">
            <a:extLst xmlns:a="http://schemas.openxmlformats.org/drawingml/2006/main">
              <a:ext uri="{FF2B5EF4-FFF2-40B4-BE49-F238E27FC236}">
                <a16:creationId xmlns:a16="http://schemas.microsoft.com/office/drawing/2014/main" id="{1DF66D20-428A-4386-8031-FFD863A7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192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687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不执行任务</a:t>
            </a:r>
          </a:p>
        </p:txBody>
      </p:sp>
      <p:sp>
        <p:nvSpPr>
          <p:cNvPr id="53" name="lane-1-step-5">
            <a:extLst xmlns:a="http://schemas.openxmlformats.org/drawingml/2006/main">
              <a:ext uri="{FF2B5EF4-FFF2-40B4-BE49-F238E27FC236}">
                <a16:creationId xmlns:a16="http://schemas.microsoft.com/office/drawing/2014/main" id="{05E73849-6973-4268-83E5-3BF26649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192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687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不保存数据</a:t>
            </a:r>
          </a:p>
        </p:txBody>
      </p:sp>
      <p:sp>
        <p:nvSpPr>
          <p:cNvPr id="54" name="lane-1-step-6">
            <a:extLst xmlns:a="http://schemas.openxmlformats.org/drawingml/2006/main">
              <a:ext uri="{FF2B5EF4-FFF2-40B4-BE49-F238E27FC236}">
                <a16:creationId xmlns:a16="http://schemas.microsoft.com/office/drawing/2014/main" id="{A08118A6-E5C7-498C-AC08-2CFA7C88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192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6873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治理 / 版本</a:t>
            </a:r>
          </a:p>
        </p:txBody>
      </p:sp>
      <p:sp>
        <p:nvSpPr>
          <p:cNvPr id="55" name="lane-bg-2">
            <a:extLst xmlns:a="http://schemas.openxmlformats.org/drawingml/2006/main">
              <a:ext uri="{FF2B5EF4-FFF2-40B4-BE49-F238E27FC236}">
                <a16:creationId xmlns:a16="http://schemas.microsoft.com/office/drawing/2014/main" id="{BC094CF1-5CE5-4C9B-8136-99A2BA72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83439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lane-label-2">
            <a:extLst xmlns:a="http://schemas.openxmlformats.org/drawingml/2006/main">
              <a:ext uri="{FF2B5EF4-FFF2-40B4-BE49-F238E27FC236}">
                <a16:creationId xmlns:a16="http://schemas.microsoft.com/office/drawing/2014/main" id="{6FF489E3-5286-4D39-ABBC-76232EFD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305050"/>
            <a:ext cx="762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P2P 节点层</a:t>
            </a:r>
          </a:p>
        </p:txBody>
      </p:sp>
      <p:sp>
        <p:nvSpPr>
          <p:cNvPr id="57" name="lane-2-step-1">
            <a:extLst xmlns:a="http://schemas.openxmlformats.org/drawingml/2006/main">
              <a:ext uri="{FF2B5EF4-FFF2-40B4-BE49-F238E27FC236}">
                <a16:creationId xmlns:a16="http://schemas.microsoft.com/office/drawing/2014/main" id="{03CEB1D7-22D2-424A-AEAB-664EA432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3050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节点发现</a:t>
            </a:r>
          </a:p>
        </p:txBody>
      </p:sp>
      <p:sp>
        <p:nvSpPr>
          <p:cNvPr id="58" name="lane-2-step-2">
            <a:extLst xmlns:a="http://schemas.openxmlformats.org/drawingml/2006/main">
              <a:ext uri="{FF2B5EF4-FFF2-40B4-BE49-F238E27FC236}">
                <a16:creationId xmlns:a16="http://schemas.microsoft.com/office/drawing/2014/main" id="{9B9FB766-4653-454D-BA01-482CB456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050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NAT 穿透</a:t>
            </a:r>
          </a:p>
        </p:txBody>
      </p:sp>
      <p:sp>
        <p:nvSpPr>
          <p:cNvPr id="59" name="lane-2-step-3">
            <a:extLst xmlns:a="http://schemas.openxmlformats.org/drawingml/2006/main">
              <a:ext uri="{FF2B5EF4-FFF2-40B4-BE49-F238E27FC236}">
                <a16:creationId xmlns:a16="http://schemas.microsoft.com/office/drawing/2014/main" id="{6692D20B-5E02-49BD-94AB-91832BC4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050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链路测速 / 选路</a:t>
            </a:r>
          </a:p>
        </p:txBody>
      </p:sp>
      <p:sp>
        <p:nvSpPr>
          <p:cNvPr id="60" name="lane-2-step-4">
            <a:extLst xmlns:a="http://schemas.openxmlformats.org/drawingml/2006/main">
              <a:ext uri="{FF2B5EF4-FFF2-40B4-BE49-F238E27FC236}">
                <a16:creationId xmlns:a16="http://schemas.microsoft.com/office/drawing/2014/main" id="{F19A9CFE-95C8-487B-8ED4-D569040E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050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社区节点中继</a:t>
            </a:r>
          </a:p>
        </p:txBody>
      </p:sp>
      <p:sp>
        <p:nvSpPr>
          <p:cNvPr id="61" name="lane-2-step-5">
            <a:extLst xmlns:a="http://schemas.openxmlformats.org/drawingml/2006/main">
              <a:ext uri="{FF2B5EF4-FFF2-40B4-BE49-F238E27FC236}">
                <a16:creationId xmlns:a16="http://schemas.microsoft.com/office/drawing/2014/main" id="{2CB5D2AC-5936-4DCA-AE6F-E5031386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050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签名回执</a:t>
            </a:r>
          </a:p>
        </p:txBody>
      </p:sp>
      <p:sp>
        <p:nvSpPr>
          <p:cNvPr id="62" name="lane-2-step-6">
            <a:extLst xmlns:a="http://schemas.openxmlformats.org/drawingml/2006/main">
              <a:ext uri="{FF2B5EF4-FFF2-40B4-BE49-F238E27FC236}">
                <a16:creationId xmlns:a16="http://schemas.microsoft.com/office/drawing/2014/main" id="{E606FCD5-6677-4567-8A30-D45458E6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050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分布式信誉</a:t>
            </a:r>
          </a:p>
        </p:txBody>
      </p:sp>
      <p:sp>
        <p:nvSpPr>
          <p:cNvPr id="63" name="lane-bg-3">
            <a:extLst xmlns:a="http://schemas.openxmlformats.org/drawingml/2006/main">
              <a:ext uri="{FF2B5EF4-FFF2-40B4-BE49-F238E27FC236}">
                <a16:creationId xmlns:a16="http://schemas.microsoft.com/office/drawing/2014/main" id="{522B305C-A202-4CD2-A2E4-A3551F5E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24175"/>
            <a:ext cx="83439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A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lane-label-3">
            <a:extLst xmlns:a="http://schemas.openxmlformats.org/drawingml/2006/main">
              <a:ext uri="{FF2B5EF4-FFF2-40B4-BE49-F238E27FC236}">
                <a16:creationId xmlns:a16="http://schemas.microsoft.com/office/drawing/2014/main" id="{02E18BD0-A075-4DB5-AE89-A0800511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990850"/>
            <a:ext cx="762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96B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96B24"/>
                </a:solidFill>
                <a:latin typeface="Microsoft YaHei"/>
                <a:ea typeface="Microsoft YaHei"/>
                <a:cs typeface="Microsoft YaHei"/>
              </a:rPr>
              <a:t>服务节点</a:t>
            </a:r>
          </a:p>
        </p:txBody>
      </p:sp>
      <p:sp>
        <p:nvSpPr>
          <p:cNvPr id="65" name="lane-3-step-1">
            <a:extLst xmlns:a="http://schemas.openxmlformats.org/drawingml/2006/main">
              <a:ext uri="{FF2B5EF4-FFF2-40B4-BE49-F238E27FC236}">
                <a16:creationId xmlns:a16="http://schemas.microsoft.com/office/drawing/2014/main" id="{CA9635A9-39B3-4BF4-871D-822F0432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9908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安装服务包</a:t>
            </a:r>
          </a:p>
        </p:txBody>
      </p:sp>
      <p:sp>
        <p:nvSpPr>
          <p:cNvPr id="66" name="lane-3-step-2">
            <a:extLst xmlns:a="http://schemas.openxmlformats.org/drawingml/2006/main">
              <a:ext uri="{FF2B5EF4-FFF2-40B4-BE49-F238E27FC236}">
                <a16:creationId xmlns:a16="http://schemas.microsoft.com/office/drawing/2014/main" id="{64A45D7F-62AD-498A-88BB-961DDD4F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908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资源 / 报价</a:t>
            </a:r>
          </a:p>
        </p:txBody>
      </p:sp>
      <p:sp>
        <p:nvSpPr>
          <p:cNvPr id="67" name="lane-3-step-3">
            <a:extLst xmlns:a="http://schemas.openxmlformats.org/drawingml/2006/main">
              <a:ext uri="{FF2B5EF4-FFF2-40B4-BE49-F238E27FC236}">
                <a16:creationId xmlns:a16="http://schemas.microsoft.com/office/drawing/2014/main" id="{53EB24BE-B730-4445-8333-5D0EC490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908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接受订单租约</a:t>
            </a:r>
          </a:p>
        </p:txBody>
      </p:sp>
      <p:sp>
        <p:nvSpPr>
          <p:cNvPr id="68" name="lane-3-step-4">
            <a:extLst xmlns:a="http://schemas.openxmlformats.org/drawingml/2006/main">
              <a:ext uri="{FF2B5EF4-FFF2-40B4-BE49-F238E27FC236}">
                <a16:creationId xmlns:a16="http://schemas.microsoft.com/office/drawing/2014/main" id="{A41DE73B-8B60-4263-8260-52F16955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908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本地隔离执行</a:t>
            </a:r>
          </a:p>
        </p:txBody>
      </p:sp>
      <p:sp>
        <p:nvSpPr>
          <p:cNvPr id="69" name="lane-3-step-5">
            <a:extLst xmlns:a="http://schemas.openxmlformats.org/drawingml/2006/main">
              <a:ext uri="{FF2B5EF4-FFF2-40B4-BE49-F238E27FC236}">
                <a16:creationId xmlns:a16="http://schemas.microsoft.com/office/drawing/2014/main" id="{60D67066-9EA1-4186-A07F-88A26E22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9908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加密输出 / 清理</a:t>
            </a:r>
          </a:p>
        </p:txBody>
      </p:sp>
      <p:sp>
        <p:nvSpPr>
          <p:cNvPr id="70" name="lane-3-step-6">
            <a:extLst xmlns:a="http://schemas.openxmlformats.org/drawingml/2006/main">
              <a:ext uri="{FF2B5EF4-FFF2-40B4-BE49-F238E27FC236}">
                <a16:creationId xmlns:a16="http://schemas.microsoft.com/office/drawing/2014/main" id="{111AEC3A-97D0-4564-9792-2090D966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908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收入 + 信誉</a:t>
            </a:r>
          </a:p>
        </p:txBody>
      </p:sp>
      <p:sp>
        <p:nvSpPr>
          <p:cNvPr id="71" name="lane-bg-4">
            <a:extLst xmlns:a="http://schemas.openxmlformats.org/drawingml/2006/main">
              <a:ext uri="{FF2B5EF4-FFF2-40B4-BE49-F238E27FC236}">
                <a16:creationId xmlns:a16="http://schemas.microsoft.com/office/drawing/2014/main" id="{D7517F68-FA7C-45EE-9E0A-86B5E73C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9975"/>
            <a:ext cx="83439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lane-label-4">
            <a:extLst xmlns:a="http://schemas.openxmlformats.org/drawingml/2006/main">
              <a:ext uri="{FF2B5EF4-FFF2-40B4-BE49-F238E27FC236}">
                <a16:creationId xmlns:a16="http://schemas.microsoft.com/office/drawing/2014/main" id="{D4913918-38C5-427E-AA08-B39C2066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676650"/>
            <a:ext cx="762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用户节点</a:t>
            </a:r>
          </a:p>
        </p:txBody>
      </p:sp>
      <p:sp>
        <p:nvSpPr>
          <p:cNvPr id="73" name="lane-4-step-1">
            <a:extLst xmlns:a="http://schemas.openxmlformats.org/drawingml/2006/main">
              <a:ext uri="{FF2B5EF4-FFF2-40B4-BE49-F238E27FC236}">
                <a16:creationId xmlns:a16="http://schemas.microsoft.com/office/drawing/2014/main" id="{0542A98B-3DE9-4D32-BA0E-EFF8C600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6766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浏览服务</a:t>
            </a:r>
          </a:p>
        </p:txBody>
      </p:sp>
      <p:sp>
        <p:nvSpPr>
          <p:cNvPr id="74" name="lane-4-step-2">
            <a:extLst xmlns:a="http://schemas.openxmlformats.org/drawingml/2006/main">
              <a:ext uri="{FF2B5EF4-FFF2-40B4-BE49-F238E27FC236}">
                <a16:creationId xmlns:a16="http://schemas.microsoft.com/office/drawing/2014/main" id="{726F281C-0B32-40B5-8E1E-CE45B276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766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选择服务节点</a:t>
            </a:r>
          </a:p>
        </p:txBody>
      </p:sp>
      <p:sp>
        <p:nvSpPr>
          <p:cNvPr id="75" name="lane-4-step-3">
            <a:extLst xmlns:a="http://schemas.openxmlformats.org/drawingml/2006/main">
              <a:ext uri="{FF2B5EF4-FFF2-40B4-BE49-F238E27FC236}">
                <a16:creationId xmlns:a16="http://schemas.microsoft.com/office/drawing/2014/main" id="{9944CBF7-6B96-4A57-9001-6B29DFFF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766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本地加密 / 下单</a:t>
            </a:r>
          </a:p>
        </p:txBody>
      </p:sp>
      <p:sp>
        <p:nvSpPr>
          <p:cNvPr id="76" name="lane-4-step-4">
            <a:extLst xmlns:a="http://schemas.openxmlformats.org/drawingml/2006/main">
              <a:ext uri="{FF2B5EF4-FFF2-40B4-BE49-F238E27FC236}">
                <a16:creationId xmlns:a16="http://schemas.microsoft.com/office/drawing/2014/main" id="{9FA8487C-905F-445A-9D01-519E44E4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766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直连或中继</a:t>
            </a:r>
          </a:p>
        </p:txBody>
      </p:sp>
      <p:sp>
        <p:nvSpPr>
          <p:cNvPr id="77" name="lane-4-step-5">
            <a:extLst xmlns:a="http://schemas.openxmlformats.org/drawingml/2006/main">
              <a:ext uri="{FF2B5EF4-FFF2-40B4-BE49-F238E27FC236}">
                <a16:creationId xmlns:a16="http://schemas.microsoft.com/office/drawing/2014/main" id="{2BB7DE30-8173-4D6A-B95A-DFB99DF3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6766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解密验收 / 申诉</a:t>
            </a:r>
          </a:p>
        </p:txBody>
      </p:sp>
      <p:sp>
        <p:nvSpPr>
          <p:cNvPr id="78" name="lane-4-step-6">
            <a:extLst xmlns:a="http://schemas.openxmlformats.org/drawingml/2006/main">
              <a:ext uri="{FF2B5EF4-FFF2-40B4-BE49-F238E27FC236}">
                <a16:creationId xmlns:a16="http://schemas.microsoft.com/office/drawing/2014/main" id="{505E30A3-58F1-4FCD-B343-90DB50B2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76650"/>
            <a:ext cx="10572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订单回执</a:t>
            </a:r>
          </a:p>
        </p:txBody>
      </p:sp>
      <p:sp>
        <p:nvSpPr>
          <p:cNvPr id="79" name="lane-1-arrow-1">
            <a:extLst xmlns:a="http://schemas.openxmlformats.org/drawingml/2006/main">
              <a:ext uri="{FF2B5EF4-FFF2-40B4-BE49-F238E27FC236}">
                <a16:creationId xmlns:a16="http://schemas.microsoft.com/office/drawing/2014/main" id="{3D670999-15A6-47A5-A7B8-494AD7A9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002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lane-1-arrow-2">
            <a:extLst xmlns:a="http://schemas.openxmlformats.org/drawingml/2006/main">
              <a:ext uri="{FF2B5EF4-FFF2-40B4-BE49-F238E27FC236}">
                <a16:creationId xmlns:a16="http://schemas.microsoft.com/office/drawing/2014/main" id="{513CC6A1-E323-4588-AD79-5736C9CE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002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lane-1-arrow-3">
            <a:extLst xmlns:a="http://schemas.openxmlformats.org/drawingml/2006/main">
              <a:ext uri="{FF2B5EF4-FFF2-40B4-BE49-F238E27FC236}">
                <a16:creationId xmlns:a16="http://schemas.microsoft.com/office/drawing/2014/main" id="{FBA1018A-5814-4421-953D-DF7B7FFE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8002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lane-1-arrow-4">
            <a:extLst xmlns:a="http://schemas.openxmlformats.org/drawingml/2006/main">
              <a:ext uri="{FF2B5EF4-FFF2-40B4-BE49-F238E27FC236}">
                <a16:creationId xmlns:a16="http://schemas.microsoft.com/office/drawing/2014/main" id="{02BF2101-7A2A-4A04-9188-6BE84223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02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lane-1-arrow-5">
            <a:extLst xmlns:a="http://schemas.openxmlformats.org/drawingml/2006/main">
              <a:ext uri="{FF2B5EF4-FFF2-40B4-BE49-F238E27FC236}">
                <a16:creationId xmlns:a16="http://schemas.microsoft.com/office/drawing/2014/main" id="{7AF900BE-313C-427C-9F12-1E8CEE1F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8002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lane-2-arrow-1">
            <a:extLst xmlns:a="http://schemas.openxmlformats.org/drawingml/2006/main">
              <a:ext uri="{FF2B5EF4-FFF2-40B4-BE49-F238E27FC236}">
                <a16:creationId xmlns:a16="http://schemas.microsoft.com/office/drawing/2014/main" id="{EDC6729F-1913-4C06-A010-6E54C7E4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4860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lane-2-arrow-2">
            <a:extLst xmlns:a="http://schemas.openxmlformats.org/drawingml/2006/main">
              <a:ext uri="{FF2B5EF4-FFF2-40B4-BE49-F238E27FC236}">
                <a16:creationId xmlns:a16="http://schemas.microsoft.com/office/drawing/2014/main" id="{58FDB55C-E47B-4BEA-91AC-2816F43B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860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lane-2-arrow-3">
            <a:extLst xmlns:a="http://schemas.openxmlformats.org/drawingml/2006/main">
              <a:ext uri="{FF2B5EF4-FFF2-40B4-BE49-F238E27FC236}">
                <a16:creationId xmlns:a16="http://schemas.microsoft.com/office/drawing/2014/main" id="{EED6E9D4-1482-41CE-BA8E-99302233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860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lane-2-arrow-4">
            <a:extLst xmlns:a="http://schemas.openxmlformats.org/drawingml/2006/main">
              <a:ext uri="{FF2B5EF4-FFF2-40B4-BE49-F238E27FC236}">
                <a16:creationId xmlns:a16="http://schemas.microsoft.com/office/drawing/2014/main" id="{A0A530F8-3337-4A02-93FC-D8298A37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860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lane-2-arrow-5">
            <a:extLst xmlns:a="http://schemas.openxmlformats.org/drawingml/2006/main">
              <a:ext uri="{FF2B5EF4-FFF2-40B4-BE49-F238E27FC236}">
                <a16:creationId xmlns:a16="http://schemas.microsoft.com/office/drawing/2014/main" id="{358FF5B1-424B-4557-868C-557F0599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860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lane-3-arrow-1">
            <a:extLst xmlns:a="http://schemas.openxmlformats.org/drawingml/2006/main">
              <a:ext uri="{FF2B5EF4-FFF2-40B4-BE49-F238E27FC236}">
                <a16:creationId xmlns:a16="http://schemas.microsoft.com/office/drawing/2014/main" id="{EEFDE6DE-7371-4EC4-8E48-D55A4804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1718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lane-3-arrow-2">
            <a:extLst xmlns:a="http://schemas.openxmlformats.org/drawingml/2006/main">
              <a:ext uri="{FF2B5EF4-FFF2-40B4-BE49-F238E27FC236}">
                <a16:creationId xmlns:a16="http://schemas.microsoft.com/office/drawing/2014/main" id="{D1ECA7F0-8B17-4DC7-90E8-E8D6F1CE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718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lane-3-arrow-3">
            <a:extLst xmlns:a="http://schemas.openxmlformats.org/drawingml/2006/main">
              <a:ext uri="{FF2B5EF4-FFF2-40B4-BE49-F238E27FC236}">
                <a16:creationId xmlns:a16="http://schemas.microsoft.com/office/drawing/2014/main" id="{6915486E-0E15-4589-9B1F-21E3EF09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1718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lane-3-arrow-4">
            <a:extLst xmlns:a="http://schemas.openxmlformats.org/drawingml/2006/main">
              <a:ext uri="{FF2B5EF4-FFF2-40B4-BE49-F238E27FC236}">
                <a16:creationId xmlns:a16="http://schemas.microsoft.com/office/drawing/2014/main" id="{4917EB00-1582-471C-82E8-CB441194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718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lane-3-arrow-5">
            <a:extLst xmlns:a="http://schemas.openxmlformats.org/drawingml/2006/main">
              <a:ext uri="{FF2B5EF4-FFF2-40B4-BE49-F238E27FC236}">
                <a16:creationId xmlns:a16="http://schemas.microsoft.com/office/drawing/2014/main" id="{A879F94E-F90A-40A3-8C2E-B65DC246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1718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lane-4-arrow-1">
            <a:extLst xmlns:a="http://schemas.openxmlformats.org/drawingml/2006/main">
              <a:ext uri="{FF2B5EF4-FFF2-40B4-BE49-F238E27FC236}">
                <a16:creationId xmlns:a16="http://schemas.microsoft.com/office/drawing/2014/main" id="{79DD2677-13A3-4E8F-9AAD-D7E59BB2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8576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lane-4-arrow-2">
            <a:extLst xmlns:a="http://schemas.openxmlformats.org/drawingml/2006/main">
              <a:ext uri="{FF2B5EF4-FFF2-40B4-BE49-F238E27FC236}">
                <a16:creationId xmlns:a16="http://schemas.microsoft.com/office/drawing/2014/main" id="{6E26F12B-5EB9-492D-A986-4435F323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576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lane-4-arrow-3">
            <a:extLst xmlns:a="http://schemas.openxmlformats.org/drawingml/2006/main">
              <a:ext uri="{FF2B5EF4-FFF2-40B4-BE49-F238E27FC236}">
                <a16:creationId xmlns:a16="http://schemas.microsoft.com/office/drawing/2014/main" id="{8A19DBEF-0CD5-4C05-9B3F-585C1BA4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8576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lane-4-arrow-4">
            <a:extLst xmlns:a="http://schemas.openxmlformats.org/drawingml/2006/main">
              <a:ext uri="{FF2B5EF4-FFF2-40B4-BE49-F238E27FC236}">
                <a16:creationId xmlns:a16="http://schemas.microsoft.com/office/drawing/2014/main" id="{136C4077-664B-4DCA-91DE-F69439DE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576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lane-4-arrow-5">
            <a:extLst xmlns:a="http://schemas.openxmlformats.org/drawingml/2006/main">
              <a:ext uri="{FF2B5EF4-FFF2-40B4-BE49-F238E27FC236}">
                <a16:creationId xmlns:a16="http://schemas.microsoft.com/office/drawing/2014/main" id="{70E9A23D-11E6-4222-BF6E-F25F67D3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857625"/>
            <a:ext cx="1238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andoff-publish">
            <a:extLst xmlns:a="http://schemas.openxmlformats.org/drawingml/2006/main">
              <a:ext uri="{FF2B5EF4-FFF2-40B4-BE49-F238E27FC236}">
                <a16:creationId xmlns:a16="http://schemas.microsoft.com/office/drawing/2014/main" id="{39183F2C-56C0-4669-8882-C47E3BFA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123825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andoff-dispatch">
            <a:extLst xmlns:a="http://schemas.openxmlformats.org/drawingml/2006/main">
              <a:ext uri="{FF2B5EF4-FFF2-40B4-BE49-F238E27FC236}">
                <a16:creationId xmlns:a16="http://schemas.microsoft.com/office/drawing/2014/main" id="{54A7A87B-D74B-4E75-99BC-654B9EDD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81300"/>
            <a:ext cx="123825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andoff-request">
            <a:extLst xmlns:a="http://schemas.openxmlformats.org/drawingml/2006/main">
              <a:ext uri="{FF2B5EF4-FFF2-40B4-BE49-F238E27FC236}">
                <a16:creationId xmlns:a16="http://schemas.microsoft.com/office/drawing/2014/main" id="{EB7CB761-99E1-478B-B2C9-3B653AB9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67100"/>
            <a:ext cx="123825" cy="171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andoff-result">
            <a:extLst xmlns:a="http://schemas.openxmlformats.org/drawingml/2006/main">
              <a:ext uri="{FF2B5EF4-FFF2-40B4-BE49-F238E27FC236}">
                <a16:creationId xmlns:a16="http://schemas.microsoft.com/office/drawing/2014/main" id="{5273737F-18DF-426E-97C4-A1C82B4F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67100"/>
            <a:ext cx="123825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flow-note">
            <a:extLst xmlns:a="http://schemas.openxmlformats.org/drawingml/2006/main">
              <a:ext uri="{FF2B5EF4-FFF2-40B4-BE49-F238E27FC236}">
                <a16:creationId xmlns:a16="http://schemas.microsoft.com/office/drawing/2014/main" id="{F018A59F-B9EE-4850-A348-99867D73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771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关键原则：官方只维护协议、目录和结算规则；计算、穿透、中继与存储全部由节点完成。</a:t>
            </a:r>
          </a:p>
        </p:txBody>
      </p:sp>
      <p:sp>
        <p:nvSpPr>
          <p:cNvPr id="104" name="flow-legend-solid">
            <a:extLst xmlns:a="http://schemas.openxmlformats.org/drawingml/2006/main">
              <a:ext uri="{FF2B5EF4-FFF2-40B4-BE49-F238E27FC236}">
                <a16:creationId xmlns:a16="http://schemas.microsoft.com/office/drawing/2014/main" id="{1A9D3A7A-C7A6-42CA-B3A5-0F02A4AD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14287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674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实线 = 任务 / 结果</a:t>
            </a:r>
          </a:p>
        </p:txBody>
      </p:sp>
      <p:sp>
        <p:nvSpPr>
          <p:cNvPr id="105" name="flow-legend-dash">
            <a:extLst xmlns:a="http://schemas.openxmlformats.org/drawingml/2006/main">
              <a:ext uri="{FF2B5EF4-FFF2-40B4-BE49-F238E27FC236}">
                <a16:creationId xmlns:a16="http://schemas.microsoft.com/office/drawing/2014/main" id="{FC413692-1519-4EB8-8AB1-B5FD66DD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10125"/>
            <a:ext cx="14287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674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纵向箭头 = 节点协作</a:t>
            </a:r>
          </a:p>
        </p:txBody>
      </p:sp>
      <p:sp>
        <p:nvSpPr>
          <p:cNvPr id="10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BBB2897-5613-4BBA-A6A9-CDE287C3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012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791612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E4C3BB-1010-4EAB-AA60-1F167DF9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可信服务包，让节点一键发布服务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48548-A3A6-441A-8B03-C414591A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20E71-09B7-4239-8438-410A2E20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28875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E4C98-591E-4A5B-B9F0-C8E80B14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28875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3BD02-01EE-4A90-A230-B55EA2D2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28875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CB11F-30C8-4AD1-95F6-C1F3F258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28875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1A797-1A5B-49F7-8755-670E0586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28875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32D17-3B61-45BB-807F-05B74CFD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00755-1AE5-4352-A19A-8B94EF70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3B9B2-E363-4F2E-A5CF-ED21B88D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开发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8C238-C7E3-4D8C-9277-739BA569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清单、代码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依赖与权限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043EE-88EE-40AA-BDC4-89079333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09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71DF9-B479-4173-BCEE-9BA802FB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24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C8D2A-AE26-4D82-A1E7-9C8734CF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52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审核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3D2848-11FA-4916-8A19-CF736C3F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8137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安全扫描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人工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3E033-96A5-4991-AE4A-91C6F428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9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614D3-FBB8-420E-8E18-D0859762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777EE-C14D-475C-AB87-FCA038E6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签名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821DB-4BB0-4A04-87B9-E60639A0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版本和哈希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不可静默替换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E39A3-C6F8-42BA-AB56-10454A99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51956-7F7E-4271-8B25-01EF1531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851D5D-730B-4F38-83D0-AE4475F6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52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安装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9CBFEC-AA1D-45D6-A201-7AEB7B49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8137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节点主动选择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不默认发布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582C6B-0822-4A69-AAAD-23B9DD40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C220FD-BC99-4F83-B2DD-1C7ECE82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24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EFEBB3-32C9-40FD-8555-71126440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上线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AF640-083F-4084-8029-257C4139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8137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设置资源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时间与价格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6977FF-62F6-41D9-830D-240AFAA2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09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555183-4FE5-4FC5-820B-81EA25F6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24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D0EB22-897B-4FE7-A3EE-4D5F0313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52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接单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F8BB22-88F8-4EB2-9840-B6334BA8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8137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仅接收定义好的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参数和文件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503496-386A-45B2-8762-19CBFCB5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953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787893-873F-402C-AA76-A439EDC5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官方目录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1F3F8E-9403-41B0-A3FB-58BF63BB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强制审核、官方签名、默认可见、一键启用。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297F01-4382-4A67-A261-53320D35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5334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EADD26-FBEA-4B8C-B343-B46FB935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rPr>
              <a:t>社区目录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535E91-E611-4462-99BA-90D8BD69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可开放发布，但默认不安装；需要本地明确授权。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6F7207-1BE0-440D-A86C-F988C56D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07FB84-D9EB-4899-9291-BD1F9426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35739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3D01FE-1ED6-4CE0-9165-CB13D5AA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一次 P2P 订单：从选节点到结果结算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C9708-EDE8-4F1A-A93B-E30F0E65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优先直连；失败自动换中继；任务数据不进入官方服务器。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FFEC1-907D-441A-BCBF-ED9AA2D7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C7C73-3122-40A5-ACD1-F9546C04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982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C5944-DABE-436C-82B4-B31E01DA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0982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C8B84-291A-4842-A728-726D76B7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982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F2266-4EE7-4A2C-A11D-FD731813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352800"/>
            <a:ext cx="190500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E8347-0DF5-42ED-858B-3401794A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52950"/>
            <a:ext cx="3048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9FCB5-3DA5-4558-90A5-1E443FD0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52950"/>
            <a:ext cx="3048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A8DD1-F367-42DC-8974-E4970FFB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3048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B8666-14CC-4555-8726-01BBE606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8A1A2-9382-4CF8-9976-F1C15598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43925-6D49-4773-AC18-F4A31463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9F90E-4F00-4E62-B8CF-B0E13442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431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选择服务节点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A5697-4EE4-4D2A-9E56-15392D71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076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比较价格、设备、地区和信誉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F3E6D-B1E3-433E-99AA-1614BE9A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A41DC-490B-494B-B6A3-5A333251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E68F1-7AC7-4D3A-BE9B-87F170D0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62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D18B95-C3E7-4F7D-8764-383D3964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431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本地加密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5DC580-ADD3-4B9D-B2C2-D822BA0C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2076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提示词和文件在用户节点加密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5C538-6388-4047-91A1-70A318B8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0D384-E8A2-44F5-B27B-2C71B77F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190675-B711-487C-BF5D-2BE5C0EB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2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231E1-F0D1-4481-8948-208EE695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431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签名下单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DE1ABE-727E-4A8D-A7FD-2B33DB6B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2076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控制面只保存签名和必要元数据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33A4B-9796-432C-A26E-12251168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0975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E12327-632E-4531-9F09-08484882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DACDA6-74E3-475C-870A-3FDEF69C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62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A140F8-0E08-4DA3-AD6C-46B8B880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431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测链 / 穿透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71F0DF-67C3-4EC5-9D39-FB2615F8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24100"/>
            <a:ext cx="2076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双方尝试 NAT 穿透并测量线路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D94B32-DADE-438A-BD55-D5A1F6B7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828058-0E87-4D0B-886C-2ED8FB10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A3E198-1EC7-4D10-BCEE-04B28DCD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4FD8E5-88DF-4932-B13B-C4C7D6D7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节点清理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65BF1C-06A1-4ED1-B638-7280524A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2076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服务节点销毁密钥、容器和临时卷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F3A35A-098B-487A-877B-6D56F8BC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0050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5F3D56-109B-4DA6-A04A-0F293617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00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8A61AE-CA92-4175-B456-B4535B23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52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FD70BE-7342-4ABC-8F98-F27DA372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338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余额 + Credits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235E19-DCBA-47EB-8040-077F9FFF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14850"/>
            <a:ext cx="2076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Task Balance 支付；Credits 记录信誉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74CEB3-94F8-4C78-AEA4-A9BED3B9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327676-5392-44DF-8690-4BF27001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E181A9-1297-493B-B8C8-C2A0FA0F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8C7881-0AD8-4EC0-9748-28E4D991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338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用户验收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6E019D-F537-4F6A-95A5-67260092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2076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接收、解密、验证后接受或申诉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2CC414-F473-4EA3-88CE-12D872D2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0050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7CE974-38B9-4CDB-85BA-58514FC5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00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0C8AF6-07B8-4CCA-BB89-C6B718DA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52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A40B4C-729D-4519-A066-C87B987F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338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直连或节点中继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106F9B-09D4-42E1-BD6F-6313B384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14850"/>
            <a:ext cx="2076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任务密文通过服务节点或社区中继传输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B65EB3-DF72-4B56-B32D-76CCDC67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781804-E2EF-4790-A317-CEF85CBD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883715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3D01FE-1ED6-4CE0-9165-CB13D5AA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一次订单：从选择服务到结果结算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C9708-EDE8-4F1A-A93B-E30F0E65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失败可以重试；同一个幂等任务不能重复扣费。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FFEC1-907D-441A-BCBF-ED9AA2D7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C7C73-3122-40A5-ACD1-F9546C04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C5944-DABE-436C-82B4-B31E01DA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C8B84-291A-4842-A728-726D76B7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F2266-4EE7-4A2C-A11D-FD731813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E8347-0DF5-42ED-858B-3401794A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9FCB5-3DA5-4558-90A5-1E443FD0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A8DD1-F367-42DC-8974-E4970FFB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B8666-14CC-4555-8726-01BBE606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8A1A2-9382-4CF8-9976-F1C15598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43925-6D49-4773-AC18-F4A31463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9F90E-4F00-4E62-B8CF-B0E13442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选择报价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A5697-4EE4-4D2A-9E56-15392D71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比较价格、设备和隐私等级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F3E6D-B1E3-433E-99AA-1614BE9A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A41DC-490B-494B-B6A3-5A333251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E68F1-7AC7-4D3A-BE9B-87F170D0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D18B95-C3E7-4F7D-8764-383D3964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本地加密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5DC580-ADD3-4B9D-B2C2-D822BA0C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提示词和文件先在用户侧加密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5C538-6388-4047-91A1-70A318B8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0D384-E8A2-44F5-B27B-2C71B77F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190675-B711-487C-BF5D-2BE5C0EB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231E1-F0D1-4481-8948-208EE695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提交订单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DE1ABE-727E-4A8D-A7FD-2B33DB6B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Registry只保存签名控制信息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33A4B-9796-432C-A26E-12251168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E12327-632E-4531-9F09-08484882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DACDA6-74E3-475C-870A-3FDEF69C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A140F8-0E08-4DA3-AD6C-46B8B880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节点领取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71F0DF-67C3-4EC5-9D39-FB2615F8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节点获得有时限的任务租约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D94B32-DADE-438A-BD55-D5A1F6B7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828058-0E87-4D0B-886C-2ED8FB10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A3E198-1EC7-4D10-BCEE-04B28DCD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4FD8E5-88DF-4932-B13B-C4C7D6D7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销毁工作区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65BF1C-06A1-4ED1-B638-7280524A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销毁密钥、容器和临时卷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F3A35A-098B-487A-877B-6D56F8BC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5F3D56-109B-4DA6-A04A-0F293617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8A61AE-CA92-4175-B456-B4535B23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FD70BE-7342-4ABC-8F98-F27DA372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Credits结算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235E19-DCBA-47EB-8040-077F9FFF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验收成功后只结算一次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74CEB3-94F8-4C78-AEA4-A9BED3B9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327676-5392-44DF-8690-4BF27001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E181A9-1297-493B-B8C8-C2A0FA0F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8C7881-0AD8-4EC0-9748-28E4D991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用户验收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6E019D-F537-4F6A-95A5-67260092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下载、解密、验证后接受或申诉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2CC414-F473-4EA3-88CE-12D872D2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7CE974-38B9-4CDB-85BA-58514FC5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0C8AF6-07B8-4CCA-BB89-C6B718DA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A40B4C-729D-4519-A066-C87B987F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返回密文结果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106F9B-09D4-42E1-BD6F-6313B384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输出先加密，再上传中转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B65EB3-DF72-4B56-B32D-76CCDC67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781804-E2EF-4790-A317-CEF85CBD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0" y="-2286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4" name="flowchart-white-canvas">
            <a:extLst xmlns:a="http://schemas.openxmlformats.org/drawingml/2006/main">
              <a:ext uri="{FF2B5EF4-FFF2-40B4-BE49-F238E27FC236}">
                <a16:creationId xmlns:a16="http://schemas.microsoft.com/office/drawing/2014/main" id="{F991E9CC-9C99-4AC2-8E0E-2C5F65CE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EBA122-9357-422A-8B3D-C055EAD6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34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订单状态机：直连优先，中继兜底，结算只执行一次</a:t>
            </a:r>
          </a:p>
        </p:txBody>
      </p:sp>
      <p:sp>
        <p:nvSpPr>
          <p:cNvPr id="5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7ED8122-9958-4226-963A-9D6114EB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95325"/>
            <a:ext cx="834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rPr>
              <a:t>把穿透失败、中继切换、节点离线、争议和清理放进同一订单状态机</a:t>
            </a:r>
          </a:p>
        </p:txBody>
      </p:sp>
      <p:sp>
        <p:nvSpPr>
          <p:cNvPr id="57" name="title-rule">
            <a:extLst xmlns:a="http://schemas.openxmlformats.org/drawingml/2006/main">
              <a:ext uri="{FF2B5EF4-FFF2-40B4-BE49-F238E27FC236}">
                <a16:creationId xmlns:a16="http://schemas.microsoft.com/office/drawing/2014/main" id="{6235C894-9E97-4DAA-8153-BE28212E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834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6082"/>
            </a:solidFill>
            <a:prstDash val="solid"/>
          </a:ln>
        </p:spPr>
      </p:sp>
      <p:sp>
        <p:nvSpPr>
          <p:cNvPr id="58" name="state-main-1">
            <a:extLst xmlns:a="http://schemas.openxmlformats.org/drawingml/2006/main">
              <a:ext uri="{FF2B5EF4-FFF2-40B4-BE49-F238E27FC236}">
                <a16:creationId xmlns:a16="http://schemas.microsoft.com/office/drawing/2014/main" id="{4FCBDF31-D752-4F6C-B4A3-889A2919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创建订单</a:t>
            </a:r>
          </a:p>
        </p:txBody>
      </p:sp>
      <p:sp>
        <p:nvSpPr>
          <p:cNvPr id="59" name="state-main-2">
            <a:extLst xmlns:a="http://schemas.openxmlformats.org/drawingml/2006/main">
              <a:ext uri="{FF2B5EF4-FFF2-40B4-BE49-F238E27FC236}">
                <a16:creationId xmlns:a16="http://schemas.microsoft.com/office/drawing/2014/main" id="{4BF2EC93-CD27-45AB-A47D-80438C6B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619250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等待匹配</a:t>
            </a:r>
          </a:p>
        </p:txBody>
      </p:sp>
      <p:sp>
        <p:nvSpPr>
          <p:cNvPr id="60" name="state-main-3">
            <a:extLst xmlns:a="http://schemas.openxmlformats.org/drawingml/2006/main">
              <a:ext uri="{FF2B5EF4-FFF2-40B4-BE49-F238E27FC236}">
                <a16:creationId xmlns:a16="http://schemas.microsoft.com/office/drawing/2014/main" id="{EE1B861C-471D-4408-8ED6-3AF909A7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19250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服务节点接单</a:t>
            </a:r>
          </a:p>
          <a:p xmlns:a="http://schemas.openxmlformats.org/drawingml/2006/main">
            <a:pPr algn="ctr">
              <a:buNone/>
              <a:def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租约锁定</a:t>
            </a:r>
          </a:p>
        </p:txBody>
      </p:sp>
      <p:sp>
        <p:nvSpPr>
          <p:cNvPr id="61" name="state-main-4">
            <a:extLst xmlns:a="http://schemas.openxmlformats.org/drawingml/2006/main">
              <a:ext uri="{FF2B5EF4-FFF2-40B4-BE49-F238E27FC236}">
                <a16:creationId xmlns:a16="http://schemas.microsoft.com/office/drawing/2014/main" id="{45C68E6F-83A7-43C5-A514-3C6D3C9C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619250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测链 / 穿透</a:t>
            </a:r>
          </a:p>
        </p:txBody>
      </p:sp>
      <p:sp>
        <p:nvSpPr>
          <p:cNvPr id="62" name="state-main-5">
            <a:extLst xmlns:a="http://schemas.openxmlformats.org/drawingml/2006/main">
              <a:ext uri="{FF2B5EF4-FFF2-40B4-BE49-F238E27FC236}">
                <a16:creationId xmlns:a16="http://schemas.microsoft.com/office/drawing/2014/main" id="{2007CC59-429D-4F9C-892B-B9A88E16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19250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服务节点执行</a:t>
            </a:r>
          </a:p>
        </p:txBody>
      </p:sp>
      <p:sp>
        <p:nvSpPr>
          <p:cNvPr id="63" name="state-main-6">
            <a:extLst xmlns:a="http://schemas.openxmlformats.org/drawingml/2006/main">
              <a:ext uri="{FF2B5EF4-FFF2-40B4-BE49-F238E27FC236}">
                <a16:creationId xmlns:a16="http://schemas.microsoft.com/office/drawing/2014/main" id="{A54CB452-CBDA-4019-A269-F51A5C80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619250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返回密文</a:t>
            </a:r>
          </a:p>
        </p:txBody>
      </p:sp>
      <p:sp>
        <p:nvSpPr>
          <p:cNvPr id="64" name="state-main-7">
            <a:extLst xmlns:a="http://schemas.openxmlformats.org/drawingml/2006/main">
              <a:ext uri="{FF2B5EF4-FFF2-40B4-BE49-F238E27FC236}">
                <a16:creationId xmlns:a16="http://schemas.microsoft.com/office/drawing/2014/main" id="{083F5BA3-2F26-4F1B-907D-29D6140F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19250"/>
            <a:ext cx="1000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验收 / 结算</a:t>
            </a:r>
          </a:p>
        </p:txBody>
      </p:sp>
      <p:sp>
        <p:nvSpPr>
          <p:cNvPr id="65" name="state-main-arrow-1">
            <a:extLst xmlns:a="http://schemas.openxmlformats.org/drawingml/2006/main">
              <a:ext uri="{FF2B5EF4-FFF2-40B4-BE49-F238E27FC236}">
                <a16:creationId xmlns:a16="http://schemas.microsoft.com/office/drawing/2014/main" id="{4F546883-0292-421E-84C7-99AF008A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838325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state-main-arrow-2">
            <a:extLst xmlns:a="http://schemas.openxmlformats.org/drawingml/2006/main">
              <a:ext uri="{FF2B5EF4-FFF2-40B4-BE49-F238E27FC236}">
                <a16:creationId xmlns:a16="http://schemas.microsoft.com/office/drawing/2014/main" id="{BB7B49EB-A023-4444-88B1-E888DCC6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38325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state-main-arrow-3">
            <a:extLst xmlns:a="http://schemas.openxmlformats.org/drawingml/2006/main">
              <a:ext uri="{FF2B5EF4-FFF2-40B4-BE49-F238E27FC236}">
                <a16:creationId xmlns:a16="http://schemas.microsoft.com/office/drawing/2014/main" id="{9828F110-E691-4F33-B546-0B9DCA6F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838325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state-main-arrow-4">
            <a:extLst xmlns:a="http://schemas.openxmlformats.org/drawingml/2006/main">
              <a:ext uri="{FF2B5EF4-FFF2-40B4-BE49-F238E27FC236}">
                <a16:creationId xmlns:a16="http://schemas.microsoft.com/office/drawing/2014/main" id="{EC1A6F36-55BD-4682-B651-078510CC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38325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state-main-arrow-5">
            <a:extLst xmlns:a="http://schemas.openxmlformats.org/drawingml/2006/main">
              <a:ext uri="{FF2B5EF4-FFF2-40B4-BE49-F238E27FC236}">
                <a16:creationId xmlns:a16="http://schemas.microsoft.com/office/drawing/2014/main" id="{87256B97-9B64-4387-A984-6B537958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38325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state-main-arrow-6">
            <a:extLst xmlns:a="http://schemas.openxmlformats.org/drawingml/2006/main">
              <a:ext uri="{FF2B5EF4-FFF2-40B4-BE49-F238E27FC236}">
                <a16:creationId xmlns:a16="http://schemas.microsoft.com/office/drawing/2014/main" id="{677CA070-215A-4DA3-81D9-B191B711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38325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state-timeout">
            <a:extLst xmlns:a="http://schemas.openxmlformats.org/drawingml/2006/main">
              <a:ext uri="{FF2B5EF4-FFF2-40B4-BE49-F238E27FC236}">
                <a16:creationId xmlns:a16="http://schemas.microsoft.com/office/drawing/2014/main" id="{5F381A33-07D6-4307-B65F-41EA66DF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800350"/>
            <a:ext cx="1000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匹配超时</a:t>
            </a:r>
          </a:p>
        </p:txBody>
      </p:sp>
      <p:sp>
        <p:nvSpPr>
          <p:cNvPr id="72" name="state-retry">
            <a:extLst xmlns:a="http://schemas.openxmlformats.org/drawingml/2006/main">
              <a:ext uri="{FF2B5EF4-FFF2-40B4-BE49-F238E27FC236}">
                <a16:creationId xmlns:a16="http://schemas.microsoft.com/office/drawing/2014/main" id="{A0374845-C8CD-42DF-AFCB-4BCC70EB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1000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更换节点</a:t>
            </a:r>
          </a:p>
        </p:txBody>
      </p:sp>
      <p:sp>
        <p:nvSpPr>
          <p:cNvPr id="73" name="state-cancel">
            <a:extLst xmlns:a="http://schemas.openxmlformats.org/drawingml/2006/main">
              <a:ext uri="{FF2B5EF4-FFF2-40B4-BE49-F238E27FC236}">
                <a16:creationId xmlns:a16="http://schemas.microsoft.com/office/drawing/2014/main" id="{570E2EEC-B202-403A-94EF-FFA7BD15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67665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rPr>
              <a:t>用户取消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rPr>
              <a:t>不扣费</a:t>
            </a:r>
          </a:p>
        </p:txBody>
      </p:sp>
      <p:sp>
        <p:nvSpPr>
          <p:cNvPr id="74" name="state-failed">
            <a:extLst xmlns:a="http://schemas.openxmlformats.org/drawingml/2006/main">
              <a:ext uri="{FF2B5EF4-FFF2-40B4-BE49-F238E27FC236}">
                <a16:creationId xmlns:a16="http://schemas.microsoft.com/office/drawing/2014/main" id="{BF71F5DB-06D5-4569-86BA-15FD95B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800350"/>
            <a:ext cx="1000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穿透失败 /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链路中断</a:t>
            </a:r>
          </a:p>
        </p:txBody>
      </p:sp>
      <p:sp>
        <p:nvSpPr>
          <p:cNvPr id="75" name="state-requeue">
            <a:extLst xmlns:a="http://schemas.openxmlformats.org/drawingml/2006/main">
              <a:ext uri="{FF2B5EF4-FFF2-40B4-BE49-F238E27FC236}">
                <a16:creationId xmlns:a16="http://schemas.microsoft.com/office/drawing/2014/main" id="{EB3F3C0A-D41D-4453-B660-EA9A38BC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00350"/>
            <a:ext cx="1000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选择中继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重新建链</a:t>
            </a:r>
          </a:p>
        </p:txBody>
      </p:sp>
      <p:sp>
        <p:nvSpPr>
          <p:cNvPr id="76" name="state-disputed">
            <a:extLst xmlns:a="http://schemas.openxmlformats.org/drawingml/2006/main">
              <a:ext uri="{FF2B5EF4-FFF2-40B4-BE49-F238E27FC236}">
                <a16:creationId xmlns:a16="http://schemas.microsoft.com/office/drawing/2014/main" id="{6975DA26-40A8-409A-A2BF-346E5A38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00350"/>
            <a:ext cx="1000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E9713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验收失败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进入争议</a:t>
            </a:r>
          </a:p>
        </p:txBody>
      </p:sp>
      <p:sp>
        <p:nvSpPr>
          <p:cNvPr id="77" name="state-decision">
            <a:extLst xmlns:a="http://schemas.openxmlformats.org/drawingml/2006/main">
              <a:ext uri="{FF2B5EF4-FFF2-40B4-BE49-F238E27FC236}">
                <a16:creationId xmlns:a16="http://schemas.microsoft.com/office/drawing/2014/main" id="{1077D940-3DA6-4086-9281-8EFFFC1C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00350"/>
            <a:ext cx="971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C9D6DC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复核：退款或放款</a:t>
            </a:r>
          </a:p>
        </p:txBody>
      </p:sp>
      <p:sp>
        <p:nvSpPr>
          <p:cNvPr id="78" name="state-wait-timeout">
            <a:extLst xmlns:a="http://schemas.openxmlformats.org/drawingml/2006/main">
              <a:ext uri="{FF2B5EF4-FFF2-40B4-BE49-F238E27FC236}">
                <a16:creationId xmlns:a16="http://schemas.microsoft.com/office/drawing/2014/main" id="{310AC9EA-1C64-4608-8944-359A8FF4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238375"/>
            <a:ext cx="142875" cy="485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state-timeout-retry">
            <a:extLst xmlns:a="http://schemas.openxmlformats.org/drawingml/2006/main">
              <a:ext uri="{FF2B5EF4-FFF2-40B4-BE49-F238E27FC236}">
                <a16:creationId xmlns:a16="http://schemas.microsoft.com/office/drawing/2014/main" id="{D7F50E0E-A33D-41E5-AA12-02773A0C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62275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state-retry-up">
            <a:extLst xmlns:a="http://schemas.openxmlformats.org/drawingml/2006/main">
              <a:ext uri="{FF2B5EF4-FFF2-40B4-BE49-F238E27FC236}">
                <a16:creationId xmlns:a16="http://schemas.microsoft.com/office/drawing/2014/main" id="{0EDC3A5A-B653-482A-9989-4237BA4E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38375"/>
            <a:ext cx="142875" cy="4857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state-timeout-cancel">
            <a:extLst xmlns:a="http://schemas.openxmlformats.org/drawingml/2006/main">
              <a:ext uri="{FF2B5EF4-FFF2-40B4-BE49-F238E27FC236}">
                <a16:creationId xmlns:a16="http://schemas.microsoft.com/office/drawing/2014/main" id="{C8364041-CA16-49AD-A678-A0A87949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05175"/>
            <a:ext cx="142875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state-run-failed">
            <a:extLst xmlns:a="http://schemas.openxmlformats.org/drawingml/2006/main">
              <a:ext uri="{FF2B5EF4-FFF2-40B4-BE49-F238E27FC236}">
                <a16:creationId xmlns:a16="http://schemas.microsoft.com/office/drawing/2014/main" id="{928B12C7-9849-4E1F-9D73-697579BB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38375"/>
            <a:ext cx="142875" cy="485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state-failed-requeue">
            <a:extLst xmlns:a="http://schemas.openxmlformats.org/drawingml/2006/main">
              <a:ext uri="{FF2B5EF4-FFF2-40B4-BE49-F238E27FC236}">
                <a16:creationId xmlns:a16="http://schemas.microsoft.com/office/drawing/2014/main" id="{E2202BAF-0B49-4F4F-9FE1-7B4D155D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62275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state-requeue-return">
            <a:extLst xmlns:a="http://schemas.openxmlformats.org/drawingml/2006/main">
              <a:ext uri="{FF2B5EF4-FFF2-40B4-BE49-F238E27FC236}">
                <a16:creationId xmlns:a16="http://schemas.microsoft.com/office/drawing/2014/main" id="{8FB87B93-D238-4C1D-A0D2-3643F346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52800"/>
            <a:ext cx="34290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state-return-label">
            <a:extLst xmlns:a="http://schemas.openxmlformats.org/drawingml/2006/main">
              <a:ext uri="{FF2B5EF4-FFF2-40B4-BE49-F238E27FC236}">
                <a16:creationId xmlns:a16="http://schemas.microsoft.com/office/drawing/2014/main" id="{62D9F9B9-7D1D-48F6-94B4-E9A3898A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671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链路失败后回到“等待匹配”</a:t>
            </a:r>
          </a:p>
        </p:txBody>
      </p:sp>
      <p:sp>
        <p:nvSpPr>
          <p:cNvPr id="86" name="state-accept-dispute">
            <a:extLst xmlns:a="http://schemas.openxmlformats.org/drawingml/2006/main">
              <a:ext uri="{FF2B5EF4-FFF2-40B4-BE49-F238E27FC236}">
                <a16:creationId xmlns:a16="http://schemas.microsoft.com/office/drawing/2014/main" id="{52516B9D-0F07-4500-8BB5-C632EA0A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38375"/>
            <a:ext cx="142875" cy="485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state-dispute-decision">
            <a:extLst xmlns:a="http://schemas.openxmlformats.org/drawingml/2006/main">
              <a:ext uri="{FF2B5EF4-FFF2-40B4-BE49-F238E27FC236}">
                <a16:creationId xmlns:a16="http://schemas.microsoft.com/office/drawing/2014/main" id="{200468F5-C07B-4354-B066-96553315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62275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idempotency-callout">
            <a:extLst xmlns:a="http://schemas.openxmlformats.org/drawingml/2006/main">
              <a:ext uri="{FF2B5EF4-FFF2-40B4-BE49-F238E27FC236}">
                <a16:creationId xmlns:a16="http://schemas.microsoft.com/office/drawing/2014/main" id="{5CC14115-D6BE-47F2-A904-3B717CC9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76650"/>
            <a:ext cx="34575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幂等键 + 结算锁：Task Balance 只扣一次；Credits 只记录已验证的服务结果</a:t>
            </a:r>
          </a:p>
        </p:txBody>
      </p:sp>
      <p:sp>
        <p:nvSpPr>
          <p:cNvPr id="89" name="state-note">
            <a:extLst xmlns:a="http://schemas.openxmlformats.org/drawingml/2006/main">
              <a:ext uri="{FF2B5EF4-FFF2-40B4-BE49-F238E27FC236}">
                <a16:creationId xmlns:a16="http://schemas.microsoft.com/office/drawing/2014/main" id="{262F34ED-7E2C-4713-9E18-56D4C001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771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隐私边界：官方只看到订单元数据和签名；任务密文由 P2P 节点传输，服务节点完成后清理工作区。</a:t>
            </a:r>
          </a:p>
        </p:txBody>
      </p:sp>
      <p:sp>
        <p:nvSpPr>
          <p:cNvPr id="9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6FF10F-A7D2-426E-BD22-9C8A9ED3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012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8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883715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A3BB91-A25E-4BAE-A246-57B88590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节点可以发布计算服务，也可以发布网络服务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49F8D-702D-4CC5-918C-F99EDAE4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E470B-787A-4A5F-9A5D-67C7C940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5429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5DAA8-00D4-4414-84BC-CD7659F1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节点端操作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53795-98FF-4F82-8AB1-E6333487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F5933-FAD1-49B5-8E05-1241DD79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BDD57-3480-42E6-A021-46FEE8C0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479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系统检测 CPU / GPU / 磁盘 / 网络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580DE-4920-4229-98DA-DD1F7F71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D4A14-93C1-46B6-BC2C-26CA78F9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72845-7CA2-47D0-9AE6-4B814965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03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显示可运行的计算、存储和中继服务包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77A47-3B8E-4E4E-82EC-25449DC9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95851-BB32-4DB1-92E3-75C3FF37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61C6A-C4A7-463D-B4EE-58F1CCF7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528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勾选服务并设置资源、时间与价格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DE119-B505-4094-9B65-DDAB8686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3622E-0C10-4006-9D74-405FBFE1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29332-4C2F-4A5A-BFCB-819DB052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052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发布签名 ServiceOffer 与在线状态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826E8-E6AA-4E2E-BBC6-CCB29B70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D0E1F-42CB-4EB8-AF41-5B09A4C0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339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48AEA-352F-4546-8FF4-D9932338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577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资源不足或用户占用时自动暂停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3B21EF-1E1B-42A2-BF2C-706EA7C3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节点拥有者始终可以停用服务。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41DAB9-CA9F-4A48-9837-7A51C0F5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默认护栏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241EE-832F-47DE-9033-A1944847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1637F6-A9E9-473B-80CA-78B1A2CE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241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限 CPU / RAM / VRAM / 磁盘 / 时间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4D0140-7426-4BF8-BC3E-0F9643D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4322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5EEFAE-8B66-4D45-9F46-72D0CCDA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24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隔离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D34FB9-CCE2-4E62-848D-E8C41535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242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一单一容器；模型只读；不挂载用户目录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BCE744-4FB0-44EA-BB89-08F9CDA6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65C0D9-4B4F-4996-9AC9-42AE5309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242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网络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F2231A-02D9-40CF-9397-BC2F2FCC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7242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优先 NAT 穿透；失败选择中继节点；官方不承载数据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ACB69D-EB63-41C5-8DC2-FB83E65F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4337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2D4DFC-D197-4EB3-AFA2-6C6A3DC9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更新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3793DC-2D65-4386-A451-F0695F09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243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新版本必须验证签名和镜像哈希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99B802-3F7F-43B4-A84B-58D45E67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46E9A4-6186-4F8E-988D-FC85DD1B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244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日志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F9BBB2-9676-4547-93A9-17D029BD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244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不记录提示词、文件内容和解密结果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691FC3-3892-4DF8-8310-C547EF19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4352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58E940-8483-4FBC-9A07-586A6343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92C99B-6648-47BE-99B9-6E5197BD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881789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725A0D-2FB2-46BD-B26A-83D4C1B3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中继节点看不到内容，但计算节点仍是隐私边界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51504-9C6A-4AA5-895C-44F0A1F6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19825-751D-4259-8E6A-121AA1B8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92EAD-BCBE-4F53-917E-E24AAD6E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可以保证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807FE-1344-4A9D-8207-01CC5D67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• 官方服务器不接收任务内容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• 中继节点只转发端到端密文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• 输出只对用户公钥加密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• 中继缓存按任务自动过期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• 服务节点完成后销毁密钥与工作区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3B3E1-CC88-45B8-B8FE-09CD4C42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448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EC09E-C40D-4E19-8045-277E1E54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8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84945"/>
                </a:solidFill>
                <a:latin typeface="Microsoft YaHei"/>
                <a:ea typeface="Microsoft YaHei"/>
                <a:cs typeface="Microsoft YaHei"/>
              </a:rPr>
              <a:t>不能绝对保证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0CFE8-0FC1-4689-91F4-2145A4BA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4619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• 4090 执行时必须在内存/显存解密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• 宿主机管理员理论上可能查看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• “删除回执”不能证明从未复制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• 敏感任务应使用本机或可信节点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FCD94-A823-4D78-A5CD-EA058A14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准确表述：中继看不到内容；计算节点可接触明文，隔离与清理降低风险但不是机密计算。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AD8BD-9123-42D7-BCCC-D377670E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12349-3CDE-462E-8690-9DF4DFD9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31593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AB49B7-42CE-406C-AD73-EB448C6D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Credits 记录信誉，Task Balance 负责付费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BE98C-8C81-4ECC-B3CC-E8E29425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05DDC-F2FA-472A-9963-93FA4475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6225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9004F-DF97-4639-860A-AB838CB3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6A241-8055-48CA-844B-8EED4200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C9073-A10F-4FD4-B1CD-7A74164D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任务余额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C3AC7-DCE4-4B16-8262-160F73B0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2524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用户充值 Task Balance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下单时冻结预算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CB368-933C-4895-B2F6-3675B13F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0C32E-413A-47C8-98EA-0933C2C7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8125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验收与托管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33811-B6D4-4356-8E6D-5EF18373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00375"/>
            <a:ext cx="2524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成功验收才放款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失败、超时可退款或重试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3DF8B-B056-49F7-9D84-582FA502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BB0AE-25F3-4360-81B7-D165222A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8125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节点收入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33AEB-FAF2-4BB3-8B6E-2F061AE2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0375"/>
            <a:ext cx="2524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按结果获得可结算余额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同时获得信誉 Credits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93C45-F154-403F-B53F-568FA1F1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819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22945-D977-4417-A8E8-B5470E85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Credits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409E6-83EE-4FD5-B6FC-5E900BA5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33925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不可购买、不可转让：记录计算、中继和存储的真实贡献与可靠性。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44188-6245-4E1F-80E0-91F0BB87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19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BB8ECC-A859-4422-8BCF-A0B635E9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rPr>
              <a:t>Balance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E2D1C9-D98A-4EAC-915A-62C26FE4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用户可充值；支付节点服务；提现、退款和税务需要独立结算系统。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1753A7-16DC-442E-8ECD-11E75C12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0EBB7D-A143-43FC-8C61-B6CAB9BE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235404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2C3716-1E42-42D1-B710-801695D6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协议骨架存在，但 P2P 服务市场与付费结算未完成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18C74-4B3D-42AF-BB60-1849D87F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61C96-B7D4-458D-A3AF-0DF46570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333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1C88F-402D-489D-9925-7569023E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B7BE6-9743-4CD7-80F5-744BE591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27146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节点身份与签名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Peer HTTP / Registry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WorkOrder / WorkResult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内容哈希与来源证明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Relay 与 Credits 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59879-D594-4853-9290-29BB2445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62125"/>
            <a:ext cx="333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624E2-C947-4249-96B5-8BBA50A1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rPr>
              <a:t>已有原型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1717B-4A48-4FDF-8483-1A4AE7AF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27146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NAT 安全 Relay 任务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net.egress MVP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Signal50 异步任务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Services 页面骨架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本地账本原型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E2655-2D4A-47CA-AE20-AE0D94AC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62125"/>
            <a:ext cx="333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7A882-ECC0-478F-8F93-EDC3C70D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478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尚未完成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9F988-1F4E-4198-882A-8317B939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14625"/>
            <a:ext cx="27146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服务包审核与目录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P2P 测链 / 自动选路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公共中继节点市场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Task Balance 充值与托管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节点提现 / 退款 / 争议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B4828-D582-4F91-8AAA-DC2CCEF3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结论：节点协议可以继续演进，但公共服务市场、付费账本和稳定交付仍需开发。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B4A62-3AE3-4997-823D-6C21591A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1BEA5-14C6-421F-93DF-77DC4529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933370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8B1B22-07CC-42AC-B9EC-146A5B91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当前服务实现：两个专用MVP，三个协议演示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A5EA9-F795-4405-8A42-E21F53B4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12604-7F72-4945-BE42-A808DA47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76084-EF4B-4AD9-8FA1-6FDBB6AC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Capability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38EB0-C48A-4749-B7D1-D8358504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81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DDF81-A4C1-4E66-BB62-5D0038CF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811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实际含义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8A718-5ABD-45D9-8C11-691E7146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signal50.veo_motion.v1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6F652-CB6B-432E-A2B3-05C90F81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25CE9-4ED0-4914-BEF0-3B638E98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14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rPr>
              <a:t>专用异步原型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313EB-FC00-4EA8-894E-D838D62C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真实执行，但依赖 Signal50 / 浏览器环境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20685-0B1E-43B7-B089-BFDABAA2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36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08D3E-030B-43CD-88E1-28D7321A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11087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A61EC-46E2-4101-8ED9-5F72DC8F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net.egress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6D511-150F-435F-B07F-FABAE48E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0512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A85BF-F2C7-4165-A74A-8A805CD0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33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rPr>
              <a:t>功能性 MVP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8338E-1B35-48EC-9475-DEC8F8D7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860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能开网络出口会话；授权和结算仍简化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1E46D-D9C1-47A6-AE74-50B0B138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31E0C-57D7-4469-B747-3F82F48E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rynmesh.llm.complete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4A0B0E-B972-4F06-AC45-EBD8E828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61F66-F98D-4CB7-B72D-803E24C0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528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Stub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D3CD9-D3F0-434F-B6DB-D948C68B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52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确定性测试文本，不是真模型服务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27CB32-9305-40CC-A893-2778FD62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719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B12376-2009-41AC-B57E-6D60B290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50087-45E0-4228-B882-C29DF69A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rynmesh.image.generate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D75C41-4B87-4656-83D4-9EB38E14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4337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4F83C5-1BB1-474D-8862-83D1AAA6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Stub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1C79E7-D0E0-4345-8081-9B6505FA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243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生成测试渐变图，不是扩散模型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FD1272-AFA4-43AB-8B9F-FAB4CD68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85643C-357D-4353-A35F-992BEA70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720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rynmesh.embedding.compute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E01B91-3882-4322-B593-732C73C1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8743D6-518B-4744-B7B1-E776A798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910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Stub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3FE7C2-741B-490B-A567-DD6C24D8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生成哈希向量，不是模型 Embedding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37F970-704F-4220-8F35-D73F33F5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01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74C3FD-EF19-41B3-A0A5-463E14A5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11087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7FF618-3C49-496D-B0DC-7770037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2026-08-19实时检查：rynmesh-main 最近24小时 1个节点、0条服务容量记录。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C42B96-CCB2-400A-82D4-8C7B62BA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EF952C-A00F-4284-870B-6BA2E08F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18334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776645-9A48-4CCE-B3DB-0767D775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计划中的服务全部由节点提供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3837F-A051-4124-AEF8-FDE652F8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官方维护协议和审核标准；节点自行选择发布计算、网络或存储服务。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7FCA8-47F4-408B-9A00-2833ED36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FAECF-9C9F-4543-B049-D673CE92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668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首批正式服务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59852-2804-48F9-899A-DF9ECD94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9EEFA-4EB9-42DA-A9AD-E276C8F2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视频转码  · media.transcode.v1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737FA-EABA-4D5E-BC23-BBBF2425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704B7-2D12-4820-AB87-D36A3B1D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4090视频生成  · video.generate.v1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4DD8C-D909-4366-BECA-C8AFD06B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504A9-5695-48B6-837D-BA50B314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P2P中继  · p2p.relay.v1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F5A8F-AA18-439B-93E5-3ADAEC46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71154-8F5B-4F2B-BAFA-2F6455E8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NAT穿透协助  · nat.assist.v1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E2110-62FE-4F75-949E-FBB8B7B2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9A919-F2AE-48DD-9243-E733965E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加密临时存储  · artifact.hold.v1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57C95-36D4-4061-AC9A-B3D7070D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FB309-0544-4AD8-A35D-0E312566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95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文档OCR  · document.ocr.v1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0E645-DB86-4425-BB16-AF3C9354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3667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F10DAC-B888-4493-8DD7-A48BACE5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rPr>
              <a:t>后续节点服务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CB23C-BDF1-462A-B8C2-D3A087A9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88A3F1-49EB-40AA-8A01-2BA2B185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33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网络出口  · net.egress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666B3-1E3C-4867-A886-3757A8DA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45DCC6-D60B-4DD3-8011-DE5239FA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241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本地LLM生成  · llm.complete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CEBB0A-83C4-4B78-AFA1-DCDB9885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64DCE5-53BF-4857-A90F-0856526E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147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图片生成  · image.generate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2D8F69-3801-43E6-8BA0-5FCF4ADE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62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B7BD35-3BD7-4F9A-B946-21B83D04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05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Embedding批处理  · embedding.compute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AB453B-8D1F-4A6D-9174-CB492E55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1730D6-4779-4769-893E-FD6FFEF8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958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Blender渲染  · render.blender.v1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F3257F-A4BB-4523-A7EA-331BDD47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95875"/>
            <a:ext cx="466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4CE87E-8F2B-4A60-B5A3-B801B748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863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rPr>
              <a:t>进入计划，不代表已有公开节点或可以稳定售卖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BE2DEC-91B5-4291-9433-ADDAE926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729C7B-CF2A-443E-B627-7ABA3F71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040171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0CADC9-11FF-4F86-A074-760CFF08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建议加入计划：先吸引普通用户，再放大节点价值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7EF89-CDAB-4113-845B-2E145E80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7D4B5-CD1F-42AF-AF87-2F5B2D06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52481-44B4-409D-A09B-1F40D4B0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首发高频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03746-8275-4751-8BEA-4FA7D8AB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2714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网页变化监控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网页截图 / PDF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多地区网站检测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加密文件快传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0DED5-3A63-4214-B81A-9ED940A3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825AE-5FA3-482F-B5F8-EC40F995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网络增强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BE049-E4A6-4E07-AF1F-7732110F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2250"/>
            <a:ext cx="2714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加密备份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公共文件代取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内容采集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网络质量测量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DD8EB-4061-4DAD-8F08-53EB3AE4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E8BF3-DA0C-438A-AFE6-A24B5253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rPr>
              <a:t>专业工具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D5D89-7D72-46D2-AB8C-EF5A40E6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2714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图片增强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字幕处理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音频增强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内容存在性证明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35746-C801-4161-8947-3ADC0692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优先推荐：web.watch + web.capture + site.probe + file.send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FA41D-67F5-4031-BE08-60E43B51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5B7AA-EB25-4F08-B4CF-B1311605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257436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DB642C-186F-41BB-ACFD-5112F36D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前端可以扩展很多服务，底层统一服务包标准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4EE5B-0173-4153-A615-9D8BEC08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112F3-81D8-4CA9-9C4C-D2A64E57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63B16-C290-413A-B0F4-DCE89AD6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Browser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A9B09-96FE-4D32-A3FD-229DE254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62125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91C1C-409A-43D3-9B91-DA0C5C6B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573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网页监控 · 截图/PDF · 多地区检测 · 内容采集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3ABF3-BD5F-47FD-8FE1-9EC829BE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05025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E8A3D-2B09-4F8B-859A-10444950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6FD4A-DA31-435D-A5F2-12485986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Media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7E134-9087-4FE4-9D4F-3675EB3B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28875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AB824-9883-4C65-AFF7-CA2299D5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241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视频转码 · 压缩 · 字幕 · 缩略图 · 音频提取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794B6-1DDE-424A-8859-12508FF5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71775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238DA-C15C-49DE-9371-40DF6DEB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29285-6E8C-4439-BC24-E50C683A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Storage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90141-C78B-42CD-9C86-AF560BF3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95625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8A2A0-6906-4163-80C4-4F0CA512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908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文件快传 · 临时存储 · 加密备份 · 任务结果中转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427B3-23DB-4E4A-89B7-8F91837C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38525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BA359-8352-49AB-84FA-DDEDC122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7A936-DD5A-4AEF-A17D-AE245DC8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GPU Compute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845E3-ACC4-42A1-8C04-42B0E689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62375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46422A-4D57-4642-919F-1523E7E5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576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视频生成 · 图片增强 · 视频增强 · Blender渲染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78C3A-0BC4-4EDC-BBD9-1B3C42E4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05275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4D3DB2-8671-4679-8B90-2F956BFF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F758CC-B792-4450-9357-85776660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Network Tools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1EBC81-E0EF-44D2-8FE0-2224274B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29125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082C46-83DA-4FBE-9C12-C01D4F88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243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网络出口 · 文件代取 · 地区探测 · 网络测量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441901-B1CA-4A90-871C-DA57ECA9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72025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D51D90-B3F5-4A12-B6F2-D0F803E4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05375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A90CE5-0D11-43E4-8737-62B55A46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AI / Data Tools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9ED7AE-F189-45E6-9BB6-7DC48BB9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95875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8FE451-564C-4A03-919B-F07ADCDB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911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本地LLM · Embedding · OCR · 数据批处理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E58D0D-6976-48F9-848A-660A7D2A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38775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6BDDF9-5EFD-4CFD-BDF3-A84C0DC2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服务包定义安全边界；官方与社区都可维护通过审核的固定 Capability。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A0B589-842A-453B-882C-EE3E53F5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45250C-D075-48B1-A8F9-3FA7D1B3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791612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8AAE83-7142-486A-B0DA-2CC70186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下一步：先跑通节点数据面，再开放付费市场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0FCBB-939B-4F3B-AF98-FF9F4D96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68929-874E-4A5F-9E71-780F82DE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4800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0D41B-4960-4C04-B396-15A60A54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4800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005C4-B457-430C-8F32-5D9AFE56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4800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880DF-EBD7-44C2-970D-DB34499F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A99BA-4ADC-45BF-8B27-DAD1415E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P0 · 开放协议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A7905-A0E0-4C49-B8A0-649E5344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ServicePackage / 审核 / 签名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ServiceOffer / 租约 / 幂等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订单元数据与信誉 Credits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87F76-FE9B-47AB-A71B-1253D7FA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52625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FBC3E-5C6C-4E60-9EE5-CA60DFF1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90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P1 · P2P数据面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F9C4D-62C8-432F-A6E9-ECA69774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384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NAT穿透 + 链路测速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社区节点中继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加密分块 + 重试 + 清理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83689-C5B3-44AB-B90A-5155ED74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52625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04694-6275-4A9C-AFF3-B37B73F4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866A"/>
                </a:solidFill>
                <a:latin typeface="Microsoft YaHei"/>
                <a:ea typeface="Microsoft YaHei"/>
                <a:cs typeface="Microsoft YaHei"/>
              </a:rPr>
              <a:t>P2 · 4090旗舰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94C6F-DAC4-46FB-AB7D-BD38F683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video.generate.v1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独占GPU + 固定模型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节点生成 + 加密返回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A7DB51-4A23-4A22-9CBB-C29BDDF7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52625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AECED-35E7-4458-8268-A42B0424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96E13"/>
                </a:solidFill>
                <a:latin typeface="Microsoft YaHei"/>
                <a:ea typeface="Microsoft YaHei"/>
                <a:cs typeface="Microsoft YaHei"/>
              </a:rPr>
              <a:t>P3 · 付费市场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56E90-C31C-4398-BFCF-B660DCCF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384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Task Balance充值 / 托管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节点放款 / 提现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退款、争议与合规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08D88-C1EF-4300-A899-61955914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1123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61E75-A491-466B-A9B5-93B10CEB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EEFF"/>
                </a:solidFill>
                <a:latin typeface="Microsoft YaHei"/>
                <a:ea typeface="Microsoft YaHei"/>
                <a:cs typeface="Microsoft YaHei"/>
              </a:rPr>
              <a:t>建议立即批准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42F706-F988-47FF-BD73-7BE430CD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101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服务包审核协议   ② P2P穿透与中继   ③ 首个节点服务   ④ 双账本结算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23FD31-5007-429F-828F-1720651C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目标：软件免费开源；用户为官方公共市场中的节点服务和可信结算付费。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25254-79E1-4D8F-8C45-B6DE15AA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Rynmesh 项目规划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595728-A609-4EA7-AF7F-1A6DBD3C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773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36028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2026-08-21T01:25:16.9400000Z</dcterms:created>
  <dcterms:modified xsi:type="dcterms:W3CDTF">2026-08-21T01:25:16.9400000Z</dcterms:modified>
</coreProperties>
</file>